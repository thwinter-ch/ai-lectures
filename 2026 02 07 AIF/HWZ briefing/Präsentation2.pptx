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89ABFF"/>
    <a:srgbClr val="012F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 autoAdjust="0"/>
  </p:normalViewPr>
  <p:slideViewPr>
    <p:cSldViewPr snapToGrid="0">
      <p:cViewPr>
        <p:scale>
          <a:sx n="113" d="100"/>
          <a:sy n="113" d="100"/>
        </p:scale>
        <p:origin x="456" y="-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3" d="100"/>
          <a:sy n="73" d="100"/>
        </p:scale>
        <p:origin x="3036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FCC948-EBF7-411F-B25A-9BB1654CAD2F}" type="datetimeFigureOut">
              <a:rPr lang="de-CH" smtClean="0"/>
              <a:t>23.01.2026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E23121-95D5-42F4-9CFF-89A959A56FBC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4491930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E23121-95D5-42F4-9CFF-89A959A56FBC}" type="slidenum">
              <a:rPr lang="de-CH" smtClean="0"/>
              <a:t>1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848084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he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8D2A0C-1175-77F3-A0D3-1A9695CBC4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5938" y="2874652"/>
            <a:ext cx="11160000" cy="1735362"/>
          </a:xfr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96B0DE6-62BB-A2AF-E469-A34154CD29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938" y="4710964"/>
            <a:ext cx="11160000" cy="1095530"/>
          </a:xfrm>
        </p:spPr>
        <p:txBody>
          <a:bodyPr/>
          <a:lstStyle>
            <a:lvl1pPr marL="0" indent="0" algn="l">
              <a:buNone/>
              <a:defRPr sz="2400" b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CH" dirty="0"/>
          </a:p>
        </p:txBody>
      </p:sp>
      <p:pic>
        <p:nvPicPr>
          <p:cNvPr id="9" name="Grafik 8" descr="Ein Bild, das Text, Schrift, Electric Blue (Farbe), Logo enthält.&#10;&#10;KI-generierte Inhalte können fehlerhaft sein.">
            <a:extLst>
              <a:ext uri="{FF2B5EF4-FFF2-40B4-BE49-F238E27FC236}">
                <a16:creationId xmlns:a16="http://schemas.microsoft.com/office/drawing/2014/main" id="{4095F23D-2C7F-8581-91D4-3C88552F0CE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644" y="633937"/>
            <a:ext cx="2656454" cy="612000"/>
          </a:xfrm>
          <a:prstGeom prst="rect">
            <a:avLst/>
          </a:prstGeom>
        </p:spPr>
      </p:pic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784A26B-7967-8DC7-87E0-61F1676DB63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5938" y="5892847"/>
            <a:ext cx="4957763" cy="316618"/>
          </a:xfrm>
        </p:spPr>
        <p:txBody>
          <a:bodyPr>
            <a:noAutofit/>
          </a:bodyPr>
          <a:lstStyle>
            <a:lvl1pPr algn="l">
              <a:buNone/>
              <a:defRPr sz="14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7628184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dunkel">
    <p:bg>
      <p:bgPr>
        <a:solidFill>
          <a:srgbClr val="012F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8D2A0C-1175-77F3-A0D3-1A9695CBC4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5938" y="2874652"/>
            <a:ext cx="11160000" cy="1735362"/>
          </a:xfr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defRPr sz="50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96B0DE6-62BB-A2AF-E469-A34154CD29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4000" y="4710107"/>
            <a:ext cx="11160000" cy="1095530"/>
          </a:xfrm>
        </p:spPr>
        <p:txBody>
          <a:bodyPr/>
          <a:lstStyle>
            <a:lvl1pPr marL="0" indent="0" algn="l">
              <a:buNone/>
              <a:defRPr sz="24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CH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4095F23D-2C7F-8581-91D4-3C88552F0CE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2644" y="634015"/>
            <a:ext cx="2656454" cy="611843"/>
          </a:xfrm>
          <a:prstGeom prst="rect">
            <a:avLst/>
          </a:prstGeom>
        </p:spPr>
      </p:pic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784A26B-7967-8DC7-87E0-61F1676DB63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4000" y="5892846"/>
            <a:ext cx="4957763" cy="316618"/>
          </a:xfrm>
        </p:spPr>
        <p:txBody>
          <a:bodyPr>
            <a:noAutofit/>
          </a:bodyPr>
          <a:lstStyle>
            <a:lvl1pPr algn="l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7976394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Bild vollflächig"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A171A0FE-7267-87C2-424F-C4F29D0DDB0C}"/>
              </a:ext>
            </a:extLst>
          </p:cNvPr>
          <p:cNvSpPr>
            <a:spLocks/>
          </p:cNvSpPr>
          <p:nvPr userDrawn="1"/>
        </p:nvSpPr>
        <p:spPr>
          <a:xfrm>
            <a:off x="0" y="2986157"/>
            <a:ext cx="12192000" cy="3871843"/>
          </a:xfrm>
          <a:prstGeom prst="rect">
            <a:avLst/>
          </a:prstGeom>
          <a:gradFill>
            <a:gsLst>
              <a:gs pos="0">
                <a:schemeClr val="accent6">
                  <a:lumMod val="10000"/>
                </a:schemeClr>
              </a:gs>
              <a:gs pos="100000">
                <a:srgbClr val="FFFFFF">
                  <a:alpha val="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E8D2A0C-1175-77F3-A0D3-1A9695CBC4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6000" y="4163554"/>
            <a:ext cx="11160000" cy="1735362"/>
          </a:xfr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defRPr sz="50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7B855AC-2D6F-7786-ACCF-57A360B3041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5938" y="5907367"/>
            <a:ext cx="4957763" cy="316618"/>
          </a:xfrm>
        </p:spPr>
        <p:txBody>
          <a:bodyPr>
            <a:noAutofit/>
          </a:bodyPr>
          <a:lstStyle>
            <a:lvl1pPr algn="l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6595077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hell - Bild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8D2A0C-1175-77F3-A0D3-1A9695CBC4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5938" y="3429000"/>
            <a:ext cx="5311003" cy="1186362"/>
          </a:xfr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defRPr sz="30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96B0DE6-62BB-A2AF-E469-A34154CD29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938" y="4713638"/>
            <a:ext cx="5311003" cy="1095530"/>
          </a:xfrm>
        </p:spPr>
        <p:txBody>
          <a:bodyPr/>
          <a:lstStyle>
            <a:lvl1pPr marL="0" indent="0" algn="l">
              <a:buNone/>
              <a:defRPr sz="2400" b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CH" dirty="0"/>
          </a:p>
        </p:txBody>
      </p:sp>
      <p:pic>
        <p:nvPicPr>
          <p:cNvPr id="9" name="Grafik 8" descr="Ein Bild, das Text, Schrift, Electric Blue (Farbe), Logo enthält.&#10;&#10;KI-generierte Inhalte können fehlerhaft sein.">
            <a:extLst>
              <a:ext uri="{FF2B5EF4-FFF2-40B4-BE49-F238E27FC236}">
                <a16:creationId xmlns:a16="http://schemas.microsoft.com/office/drawing/2014/main" id="{4095F23D-2C7F-8581-91D4-3C88552F0CE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644" y="633937"/>
            <a:ext cx="2656454" cy="612000"/>
          </a:xfrm>
          <a:prstGeom prst="rect">
            <a:avLst/>
          </a:prstGeom>
        </p:spPr>
      </p:pic>
      <p:sp>
        <p:nvSpPr>
          <p:cNvPr id="6" name="Bildplatzhalter 2">
            <a:extLst>
              <a:ext uri="{FF2B5EF4-FFF2-40B4-BE49-F238E27FC236}">
                <a16:creationId xmlns:a16="http://schemas.microsoft.com/office/drawing/2014/main" id="{A58A1BAB-5CB6-AA38-C409-E6336DF56B8D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6096000" y="0"/>
            <a:ext cx="6096000" cy="6858000"/>
          </a:xfrm>
          <a:solidFill>
            <a:schemeClr val="accent6"/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5BD4244-C3C0-D926-24F3-00DD8009341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5938" y="5904418"/>
            <a:ext cx="4957763" cy="316618"/>
          </a:xfrm>
        </p:spPr>
        <p:txBody>
          <a:bodyPr>
            <a:noAutofit/>
          </a:bodyPr>
          <a:lstStyle>
            <a:lvl1pPr algn="l">
              <a:buNone/>
              <a:defRPr sz="14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805657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dunkel  - Bild rechts">
    <p:bg>
      <p:bgPr>
        <a:solidFill>
          <a:srgbClr val="012F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8D2A0C-1175-77F3-A0D3-1A9695CBC4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5938" y="3429000"/>
            <a:ext cx="5311003" cy="1186362"/>
          </a:xfr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defRPr sz="30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96B0DE6-62BB-A2AF-E469-A34154CD29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938" y="4713638"/>
            <a:ext cx="5311003" cy="1095530"/>
          </a:xfrm>
        </p:spPr>
        <p:txBody>
          <a:bodyPr/>
          <a:lstStyle>
            <a:lvl1pPr marL="0" indent="0" algn="l">
              <a:buNone/>
              <a:defRPr sz="24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CH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4095F23D-2C7F-8581-91D4-3C88552F0CE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2644" y="634015"/>
            <a:ext cx="2656454" cy="611843"/>
          </a:xfrm>
          <a:prstGeom prst="rect">
            <a:avLst/>
          </a:prstGeom>
        </p:spPr>
      </p:pic>
      <p:sp>
        <p:nvSpPr>
          <p:cNvPr id="6" name="Bildplatzhalter 2">
            <a:extLst>
              <a:ext uri="{FF2B5EF4-FFF2-40B4-BE49-F238E27FC236}">
                <a16:creationId xmlns:a16="http://schemas.microsoft.com/office/drawing/2014/main" id="{A58A1BAB-5CB6-AA38-C409-E6336DF56B8D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6096000" y="0"/>
            <a:ext cx="6096000" cy="6858000"/>
          </a:xfrm>
          <a:solidFill>
            <a:schemeClr val="accent6"/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5BD4244-C3C0-D926-24F3-00DD8009341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5938" y="5907367"/>
            <a:ext cx="4957763" cy="316618"/>
          </a:xfrm>
        </p:spPr>
        <p:txBody>
          <a:bodyPr>
            <a:noAutofit/>
          </a:bodyPr>
          <a:lstStyle>
            <a:lvl1pPr algn="l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1484314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norm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2">
            <a:extLst>
              <a:ext uri="{FF2B5EF4-FFF2-40B4-BE49-F238E27FC236}">
                <a16:creationId xmlns:a16="http://schemas.microsoft.com/office/drawing/2014/main" id="{2AD7BE89-BDB6-4824-9C5B-AA06A058B0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8" y="1629900"/>
            <a:ext cx="11160000" cy="4428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8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  <p:sp>
        <p:nvSpPr>
          <p:cNvPr id="6" name="Titelplatzhalter 1">
            <a:extLst>
              <a:ext uri="{FF2B5EF4-FFF2-40B4-BE49-F238E27FC236}">
                <a16:creationId xmlns:a16="http://schemas.microsoft.com/office/drawing/2014/main" id="{27457174-27D2-A38F-9D2E-F8E8C0F2F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432000"/>
            <a:ext cx="11160000" cy="108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14" name="Datumsplatzhalter 13">
            <a:extLst>
              <a:ext uri="{FF2B5EF4-FFF2-40B4-BE49-F238E27FC236}">
                <a16:creationId xmlns:a16="http://schemas.microsoft.com/office/drawing/2014/main" id="{50B6954A-5398-392F-1912-41F68A040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endParaRPr lang="de-CH"/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751616DA-07F1-0F40-5EC9-64B878DC4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 sz="800" dirty="0"/>
          </a:p>
        </p:txBody>
      </p:sp>
      <p:sp>
        <p:nvSpPr>
          <p:cNvPr id="16" name="Foliennummernplatzhalter 15">
            <a:extLst>
              <a:ext uri="{FF2B5EF4-FFF2-40B4-BE49-F238E27FC236}">
                <a16:creationId xmlns:a16="http://schemas.microsoft.com/office/drawing/2014/main" id="{210D2048-7D29-71AA-B3E7-975730838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9E085-2615-46FC-BF03-75593A7E7465}" type="slidenum">
              <a:rPr lang="de-CH" smtClean="0"/>
              <a:pPr/>
              <a:t>‹Nr.›</a:t>
            </a:fld>
            <a:endParaRPr lang="de-CH" sz="800"/>
          </a:p>
        </p:txBody>
      </p:sp>
    </p:spTree>
    <p:extLst>
      <p:ext uri="{BB962C8B-B14F-4D97-AF65-F5344CB8AC3E}">
        <p14:creationId xmlns:p14="http://schemas.microsoft.com/office/powerpoint/2010/main" val="18903008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16" userDrawn="1">
          <p15:clr>
            <a:srgbClr val="FBAE40"/>
          </p15:clr>
        </p15:guide>
        <p15:guide id="2" pos="393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3 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37B39B5-3462-4EC8-89F6-5893090A2C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5938" y="1642607"/>
            <a:ext cx="3556953" cy="439569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FD39D0D3-3484-4386-A2CD-6B4A086911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317523" y="1642606"/>
            <a:ext cx="3556953" cy="439569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11" name="Inhaltsplatzhalter 5">
            <a:extLst>
              <a:ext uri="{FF2B5EF4-FFF2-40B4-BE49-F238E27FC236}">
                <a16:creationId xmlns:a16="http://schemas.microsoft.com/office/drawing/2014/main" id="{801B274E-0C8E-4A97-BA3A-6E405EDA80F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19109" y="1642606"/>
            <a:ext cx="3556953" cy="439569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3" name="Foliennummernplatzhalter 3">
            <a:extLst>
              <a:ext uri="{FF2B5EF4-FFF2-40B4-BE49-F238E27FC236}">
                <a16:creationId xmlns:a16="http://schemas.microsoft.com/office/drawing/2014/main" id="{A842F490-F560-2DC6-FBDF-7A60F5CAEF0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197388" y="6173931"/>
            <a:ext cx="478611" cy="3240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89E085-2615-46FC-BF03-75593A7E7465}" type="slidenum">
              <a:rPr lang="de-CH" smtClean="0"/>
              <a:pPr/>
              <a:t>‹Nr.›</a:t>
            </a:fld>
            <a:endParaRPr lang="de-CH" sz="80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9530D7F-BFD1-7682-DBE0-3057E4A0802F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0218821" y="6173931"/>
            <a:ext cx="907716" cy="3240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l"/>
            <a:endParaRPr lang="de-CH"/>
          </a:p>
        </p:txBody>
      </p:sp>
      <p:sp>
        <p:nvSpPr>
          <p:cNvPr id="7" name="Fußzeilenplatzhalter 5">
            <a:extLst>
              <a:ext uri="{FF2B5EF4-FFF2-40B4-BE49-F238E27FC236}">
                <a16:creationId xmlns:a16="http://schemas.microsoft.com/office/drawing/2014/main" id="{F4C14EE1-B974-C848-B6B3-7218889BEE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17393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CH" sz="800" dirty="0"/>
          </a:p>
        </p:txBody>
      </p:sp>
      <p:sp>
        <p:nvSpPr>
          <p:cNvPr id="8" name="Titelplatzhalter 1">
            <a:extLst>
              <a:ext uri="{FF2B5EF4-FFF2-40B4-BE49-F238E27FC236}">
                <a16:creationId xmlns:a16="http://schemas.microsoft.com/office/drawing/2014/main" id="{B8666CC3-04E4-AD9C-0968-C6E1B05B7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432000"/>
            <a:ext cx="11160000" cy="108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2513095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73" userDrawn="1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6B842EC-A14B-1C2C-9AAB-3EC7517E5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8" y="1629312"/>
            <a:ext cx="5400000" cy="735126"/>
          </a:xfrm>
        </p:spPr>
        <p:txBody>
          <a:bodyPr anchor="t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714896C-56AE-C1E6-6541-58301D6F93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5938" y="2419915"/>
            <a:ext cx="5400000" cy="3637985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90B4D262-005E-7A36-EE22-7CDBA27C7C19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6276062" y="1629312"/>
            <a:ext cx="5400000" cy="735126"/>
          </a:xfrm>
        </p:spPr>
        <p:txBody>
          <a:bodyPr anchor="t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Inhaltsplatzhalter 3">
            <a:extLst>
              <a:ext uri="{FF2B5EF4-FFF2-40B4-BE49-F238E27FC236}">
                <a16:creationId xmlns:a16="http://schemas.microsoft.com/office/drawing/2014/main" id="{CAFBA4C4-1A56-0531-D9E0-B9C3CBA451E5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275938" y="2419915"/>
            <a:ext cx="5400000" cy="3637985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  <p:sp>
        <p:nvSpPr>
          <p:cNvPr id="5" name="Foliennummernplatzhalter 3">
            <a:extLst>
              <a:ext uri="{FF2B5EF4-FFF2-40B4-BE49-F238E27FC236}">
                <a16:creationId xmlns:a16="http://schemas.microsoft.com/office/drawing/2014/main" id="{90C7372C-975D-D227-80F0-061545FEA4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7388" y="6173931"/>
            <a:ext cx="478611" cy="3240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89E085-2615-46FC-BF03-75593A7E7465}" type="slidenum">
              <a:rPr lang="de-CH" smtClean="0"/>
              <a:pPr/>
              <a:t>‹Nr.›</a:t>
            </a:fld>
            <a:endParaRPr lang="de-CH" sz="800"/>
          </a:p>
        </p:txBody>
      </p:sp>
      <p:sp>
        <p:nvSpPr>
          <p:cNvPr id="6" name="Datumsplatzhalter 4">
            <a:extLst>
              <a:ext uri="{FF2B5EF4-FFF2-40B4-BE49-F238E27FC236}">
                <a16:creationId xmlns:a16="http://schemas.microsoft.com/office/drawing/2014/main" id="{ACB428DF-F029-9309-DB97-C6E8A9561BC1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10218821" y="6173931"/>
            <a:ext cx="907716" cy="3240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l"/>
            <a:endParaRPr lang="de-CH"/>
          </a:p>
        </p:txBody>
      </p:sp>
      <p:sp>
        <p:nvSpPr>
          <p:cNvPr id="7" name="Fußzeilenplatzhalter 5">
            <a:extLst>
              <a:ext uri="{FF2B5EF4-FFF2-40B4-BE49-F238E27FC236}">
                <a16:creationId xmlns:a16="http://schemas.microsoft.com/office/drawing/2014/main" id="{7D65D0A3-705C-8F35-5CD1-8B68D7FEEF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17393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CH" sz="800" dirty="0"/>
          </a:p>
        </p:txBody>
      </p:sp>
      <p:sp>
        <p:nvSpPr>
          <p:cNvPr id="8" name="Titelplatzhalter 1">
            <a:extLst>
              <a:ext uri="{FF2B5EF4-FFF2-40B4-BE49-F238E27FC236}">
                <a16:creationId xmlns:a16="http://schemas.microsoft.com/office/drawing/2014/main" id="{5DC27D7F-EA45-1D12-CFB2-E5CD97943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432000"/>
            <a:ext cx="11160000" cy="108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3954021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Bild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943AA38-854A-4A1B-6FD0-6D77CDFE5A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8" y="1620000"/>
            <a:ext cx="5400000" cy="4428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  <p:sp>
        <p:nvSpPr>
          <p:cNvPr id="5" name="Bildplatzhalter 2">
            <a:extLst>
              <a:ext uri="{FF2B5EF4-FFF2-40B4-BE49-F238E27FC236}">
                <a16:creationId xmlns:a16="http://schemas.microsoft.com/office/drawing/2014/main" id="{D028A03D-EA5E-3D07-E7D1-321315E013D1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6096000" y="0"/>
            <a:ext cx="6096000" cy="6858000"/>
          </a:xfrm>
          <a:solidFill>
            <a:schemeClr val="accent6"/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  <p:sp>
        <p:nvSpPr>
          <p:cNvPr id="4" name="Titelplatzhalter 1">
            <a:extLst>
              <a:ext uri="{FF2B5EF4-FFF2-40B4-BE49-F238E27FC236}">
                <a16:creationId xmlns:a16="http://schemas.microsoft.com/office/drawing/2014/main" id="{FC31149B-5F62-79BB-D5E5-CCA793C77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432000"/>
            <a:ext cx="5411938" cy="108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8880765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schmalerem Bild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943AA38-854A-4A1B-6FD0-6D77CDFE5A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7" y="1620000"/>
            <a:ext cx="7556491" cy="4428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  <p:sp>
        <p:nvSpPr>
          <p:cNvPr id="5" name="Bildplatzhalter 2">
            <a:extLst>
              <a:ext uri="{FF2B5EF4-FFF2-40B4-BE49-F238E27FC236}">
                <a16:creationId xmlns:a16="http://schemas.microsoft.com/office/drawing/2014/main" id="{D028A03D-EA5E-3D07-E7D1-321315E013D1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8270110" y="0"/>
            <a:ext cx="3921889" cy="6858000"/>
          </a:xfrm>
          <a:solidFill>
            <a:schemeClr val="accent6"/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  <p:sp>
        <p:nvSpPr>
          <p:cNvPr id="4" name="Titelplatzhalter 1">
            <a:extLst>
              <a:ext uri="{FF2B5EF4-FFF2-40B4-BE49-F238E27FC236}">
                <a16:creationId xmlns:a16="http://schemas.microsoft.com/office/drawing/2014/main" id="{C9731EF2-EDC2-5801-1B59-8C0DAC77B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432000"/>
            <a:ext cx="11160000" cy="108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6965334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Bild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943AA38-854A-4A1B-6FD0-6D77CDFE5A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8" y="1620000"/>
            <a:ext cx="5400000" cy="4428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  <p:sp>
        <p:nvSpPr>
          <p:cNvPr id="5" name="Bildplatzhalter 2">
            <a:extLst>
              <a:ext uri="{FF2B5EF4-FFF2-40B4-BE49-F238E27FC236}">
                <a16:creationId xmlns:a16="http://schemas.microsoft.com/office/drawing/2014/main" id="{D028A03D-EA5E-3D07-E7D1-321315E013D1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6258918" y="1673198"/>
            <a:ext cx="5252593" cy="3511604"/>
          </a:xfrm>
          <a:solidFill>
            <a:schemeClr val="accent6"/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372DE8CC-074F-09EC-F642-7E2890F09E3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58918" y="5332509"/>
            <a:ext cx="3303587" cy="321532"/>
          </a:xfrm>
        </p:spPr>
        <p:txBody>
          <a:bodyPr>
            <a:normAutofit/>
          </a:bodyPr>
          <a:lstStyle>
            <a:lvl1pPr>
              <a:buNone/>
              <a:defRPr sz="16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de-DE" dirty="0" err="1"/>
              <a:t>Subtitle</a:t>
            </a:r>
            <a:endParaRPr lang="de-CH" dirty="0"/>
          </a:p>
        </p:txBody>
      </p:sp>
      <p:sp>
        <p:nvSpPr>
          <p:cNvPr id="4" name="Titelplatzhalter 1">
            <a:extLst>
              <a:ext uri="{FF2B5EF4-FFF2-40B4-BE49-F238E27FC236}">
                <a16:creationId xmlns:a16="http://schemas.microsoft.com/office/drawing/2014/main" id="{2A745DA5-847C-825C-6186-1866E7D6E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432000"/>
            <a:ext cx="11160000" cy="108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8B7C1F85-A16A-A591-F0CA-BFDC5BF3FD2C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pPr algn="l"/>
            <a:endParaRPr lang="de-CH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D20643B3-0C34-4D58-71A4-FFF63C86962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de-CH" sz="800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7CA88939-094C-B866-1D13-BC83DA3401D4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B89E085-2615-46FC-BF03-75593A7E7465}" type="slidenum">
              <a:rPr lang="de-CH" smtClean="0"/>
              <a:pPr/>
              <a:t>‹Nr.›</a:t>
            </a:fld>
            <a:endParaRPr lang="de-CH" sz="800"/>
          </a:p>
        </p:txBody>
      </p:sp>
    </p:spTree>
    <p:extLst>
      <p:ext uri="{BB962C8B-B14F-4D97-AF65-F5344CB8AC3E}">
        <p14:creationId xmlns:p14="http://schemas.microsoft.com/office/powerpoint/2010/main" val="27378077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Bild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943AA38-854A-4A1B-6FD0-6D77CDFE5A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0000" y="1629900"/>
            <a:ext cx="5400000" cy="4428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  <p:sp>
        <p:nvSpPr>
          <p:cNvPr id="5" name="Bildplatzhalter 2">
            <a:extLst>
              <a:ext uri="{FF2B5EF4-FFF2-40B4-BE49-F238E27FC236}">
                <a16:creationId xmlns:a16="http://schemas.microsoft.com/office/drawing/2014/main" id="{D028A03D-EA5E-3D07-E7D1-321315E013D1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612444" y="1629899"/>
            <a:ext cx="5252593" cy="3663995"/>
          </a:xfrm>
          <a:solidFill>
            <a:schemeClr val="accent6"/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9FCAA4E1-1231-FFB4-89F8-4DD95808726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2444" y="5394193"/>
            <a:ext cx="5252593" cy="321532"/>
          </a:xfrm>
        </p:spPr>
        <p:txBody>
          <a:bodyPr>
            <a:normAutofit/>
          </a:bodyPr>
          <a:lstStyle>
            <a:lvl1pPr>
              <a:buNone/>
              <a:defRPr sz="16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de-DE" dirty="0" err="1"/>
              <a:t>Subtitle</a:t>
            </a:r>
            <a:endParaRPr lang="de-CH" dirty="0"/>
          </a:p>
        </p:txBody>
      </p:sp>
      <p:sp>
        <p:nvSpPr>
          <p:cNvPr id="4" name="Titelplatzhalter 1">
            <a:extLst>
              <a:ext uri="{FF2B5EF4-FFF2-40B4-BE49-F238E27FC236}">
                <a16:creationId xmlns:a16="http://schemas.microsoft.com/office/drawing/2014/main" id="{4E380DA3-F9FF-C383-1F40-0642E519D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432000"/>
            <a:ext cx="11160000" cy="108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AAF22214-B240-88CE-C5B5-3F988E8F11BC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pPr algn="l"/>
            <a:endParaRPr lang="de-CH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7ED63F44-A4D4-53E1-D78A-10CDA56CE4BC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de-CH" sz="800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C7F79257-090C-245F-8623-23B509417B25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B89E085-2615-46FC-BF03-75593A7E7465}" type="slidenum">
              <a:rPr lang="de-CH" smtClean="0"/>
              <a:pPr/>
              <a:t>‹Nr.›</a:t>
            </a:fld>
            <a:endParaRPr lang="de-CH" sz="800"/>
          </a:p>
        </p:txBody>
      </p:sp>
    </p:spTree>
    <p:extLst>
      <p:ext uri="{BB962C8B-B14F-4D97-AF65-F5344CB8AC3E}">
        <p14:creationId xmlns:p14="http://schemas.microsoft.com/office/powerpoint/2010/main" val="42842736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2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2">
            <a:extLst>
              <a:ext uri="{FF2B5EF4-FFF2-40B4-BE49-F238E27FC236}">
                <a16:creationId xmlns:a16="http://schemas.microsoft.com/office/drawing/2014/main" id="{D028A03D-EA5E-3D07-E7D1-321315E013D1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620128" y="1675120"/>
            <a:ext cx="5325037" cy="3511604"/>
          </a:xfrm>
          <a:solidFill>
            <a:schemeClr val="accent6"/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  <p:sp>
        <p:nvSpPr>
          <p:cNvPr id="4" name="Bildplatzhalter 2">
            <a:extLst>
              <a:ext uri="{FF2B5EF4-FFF2-40B4-BE49-F238E27FC236}">
                <a16:creationId xmlns:a16="http://schemas.microsoft.com/office/drawing/2014/main" id="{6469E5A4-3219-4AD2-9CE2-60506DB22B9E}"/>
              </a:ext>
            </a:extLst>
          </p:cNvPr>
          <p:cNvSpPr>
            <a:spLocks noGrp="1"/>
          </p:cNvSpPr>
          <p:nvPr>
            <p:ph type="pic" idx="11"/>
          </p:nvPr>
        </p:nvSpPr>
        <p:spPr>
          <a:xfrm>
            <a:off x="6301411" y="1675120"/>
            <a:ext cx="5252593" cy="3511604"/>
          </a:xfrm>
          <a:solidFill>
            <a:schemeClr val="accent6"/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6F03219A-8F7C-4456-74BA-94217FF8739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0128" y="5309669"/>
            <a:ext cx="5364948" cy="321532"/>
          </a:xfrm>
        </p:spPr>
        <p:txBody>
          <a:bodyPr>
            <a:normAutofit/>
          </a:bodyPr>
          <a:lstStyle>
            <a:lvl1pPr>
              <a:buNone/>
              <a:defRPr sz="16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de-DE" dirty="0" err="1"/>
              <a:t>Subtitle</a:t>
            </a:r>
            <a:endParaRPr lang="de-CH" dirty="0"/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C26B58F3-EDCC-9E58-9C2D-0BD88AC383B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58918" y="5332509"/>
            <a:ext cx="5295086" cy="321532"/>
          </a:xfrm>
        </p:spPr>
        <p:txBody>
          <a:bodyPr>
            <a:normAutofit/>
          </a:bodyPr>
          <a:lstStyle>
            <a:lvl1pPr>
              <a:buNone/>
              <a:defRPr sz="16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de-DE" dirty="0" err="1"/>
              <a:t>Subtitle</a:t>
            </a:r>
            <a:endParaRPr lang="de-CH" dirty="0"/>
          </a:p>
        </p:txBody>
      </p:sp>
      <p:sp>
        <p:nvSpPr>
          <p:cNvPr id="3" name="Foliennummernplatzhalter 3">
            <a:extLst>
              <a:ext uri="{FF2B5EF4-FFF2-40B4-BE49-F238E27FC236}">
                <a16:creationId xmlns:a16="http://schemas.microsoft.com/office/drawing/2014/main" id="{D50E36A6-069B-0FC6-1715-1C891CF579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7388" y="6173931"/>
            <a:ext cx="478611" cy="3240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89E085-2615-46FC-BF03-75593A7E7465}" type="slidenum">
              <a:rPr lang="de-CH" smtClean="0"/>
              <a:pPr/>
              <a:t>‹Nr.›</a:t>
            </a:fld>
            <a:endParaRPr lang="de-CH" sz="800"/>
          </a:p>
        </p:txBody>
      </p:sp>
      <p:sp>
        <p:nvSpPr>
          <p:cNvPr id="6" name="Datumsplatzhalter 4">
            <a:extLst>
              <a:ext uri="{FF2B5EF4-FFF2-40B4-BE49-F238E27FC236}">
                <a16:creationId xmlns:a16="http://schemas.microsoft.com/office/drawing/2014/main" id="{9E32D16C-6D1F-9589-C12A-E2243477F0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218821" y="6173931"/>
            <a:ext cx="907716" cy="3240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l"/>
            <a:endParaRPr lang="de-CH"/>
          </a:p>
        </p:txBody>
      </p:sp>
      <p:sp>
        <p:nvSpPr>
          <p:cNvPr id="7" name="Fußzeilenplatzhalter 5">
            <a:extLst>
              <a:ext uri="{FF2B5EF4-FFF2-40B4-BE49-F238E27FC236}">
                <a16:creationId xmlns:a16="http://schemas.microsoft.com/office/drawing/2014/main" id="{5323FC1F-F4D0-6259-C995-560C3E6138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17393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CH" sz="800" dirty="0"/>
          </a:p>
        </p:txBody>
      </p:sp>
      <p:sp>
        <p:nvSpPr>
          <p:cNvPr id="8" name="Titelplatzhalter 1">
            <a:extLst>
              <a:ext uri="{FF2B5EF4-FFF2-40B4-BE49-F238E27FC236}">
                <a16:creationId xmlns:a16="http://schemas.microsoft.com/office/drawing/2014/main" id="{AF121163-59CA-84D4-3A27-CC6F38363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432000"/>
            <a:ext cx="11160000" cy="108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9053483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ld vollfläch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>
            <a:extLst>
              <a:ext uri="{FF2B5EF4-FFF2-40B4-BE49-F238E27FC236}">
                <a16:creationId xmlns:a16="http://schemas.microsoft.com/office/drawing/2014/main" id="{32CB832D-5383-1503-9E3B-512C65C312A7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0" y="0"/>
            <a:ext cx="12192000" cy="6858000"/>
          </a:xfrm>
          <a:solidFill>
            <a:schemeClr val="accent6"/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6101577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Spalten Titel -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27527213-EDCA-907C-9BF9-892C43EF232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100000" y="1793458"/>
            <a:ext cx="3600000" cy="3600000"/>
          </a:xfrm>
          <a:solidFill>
            <a:schemeClr val="tx1"/>
          </a:solidFill>
        </p:spPr>
        <p:txBody>
          <a:bodyPr lIns="360000" tIns="360000" rIns="360000" bIns="360000"/>
          <a:lstStyle>
            <a:lvl1pPr marL="0" indent="0">
              <a:lnSpc>
                <a:spcPct val="100000"/>
              </a:lnSpc>
              <a:buNone/>
              <a:defRPr sz="14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.</a:t>
            </a:r>
            <a:endParaRPr lang="de-CH" dirty="0"/>
          </a:p>
        </p:txBody>
      </p:sp>
      <p:sp>
        <p:nvSpPr>
          <p:cNvPr id="6" name="Textplatzhalter 9">
            <a:extLst>
              <a:ext uri="{FF2B5EF4-FFF2-40B4-BE49-F238E27FC236}">
                <a16:creationId xmlns:a16="http://schemas.microsoft.com/office/drawing/2014/main" id="{E1958EBD-ECBA-0A1C-93C1-93E289485BD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48830" y="1793458"/>
            <a:ext cx="3600000" cy="3600000"/>
          </a:xfrm>
          <a:solidFill>
            <a:schemeClr val="tx1"/>
          </a:solidFill>
        </p:spPr>
        <p:txBody>
          <a:bodyPr lIns="360000" tIns="360000" rIns="360000" bIns="360000"/>
          <a:lstStyle>
            <a:lvl1pPr marL="0" indent="0">
              <a:lnSpc>
                <a:spcPct val="100000"/>
              </a:lnSpc>
              <a:buNone/>
              <a:defRPr sz="14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.</a:t>
            </a:r>
            <a:endParaRPr lang="de-CH" dirty="0"/>
          </a:p>
        </p:txBody>
      </p:sp>
      <p:sp>
        <p:nvSpPr>
          <p:cNvPr id="7" name="Textplatzhalter 9">
            <a:extLst>
              <a:ext uri="{FF2B5EF4-FFF2-40B4-BE49-F238E27FC236}">
                <a16:creationId xmlns:a16="http://schemas.microsoft.com/office/drawing/2014/main" id="{B0073175-0A6D-11D0-2FD9-77068A513AD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7660" y="1793458"/>
            <a:ext cx="3600000" cy="3600000"/>
          </a:xfrm>
          <a:solidFill>
            <a:schemeClr val="tx1"/>
          </a:solidFill>
        </p:spPr>
        <p:txBody>
          <a:bodyPr lIns="360000" tIns="360000" rIns="360000" bIns="360000"/>
          <a:lstStyle>
            <a:lvl1pPr marL="0" indent="0">
              <a:lnSpc>
                <a:spcPct val="100000"/>
              </a:lnSpc>
              <a:buNone/>
              <a:defRPr sz="14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.</a:t>
            </a:r>
            <a:endParaRPr lang="de-CH" dirty="0"/>
          </a:p>
        </p:txBody>
      </p:sp>
      <p:sp>
        <p:nvSpPr>
          <p:cNvPr id="8" name="Titelplatzhalter 1">
            <a:extLst>
              <a:ext uri="{FF2B5EF4-FFF2-40B4-BE49-F238E27FC236}">
                <a16:creationId xmlns:a16="http://schemas.microsoft.com/office/drawing/2014/main" id="{570714A7-E62E-B005-3788-4F01C1AE8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432000"/>
            <a:ext cx="11160000" cy="108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0DE1C86F-A276-E5AF-4EBA-988E3FA4136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pPr algn="l"/>
            <a:endParaRPr lang="de-CH" dirty="0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862EB11B-631F-AC2A-0E34-6292DDD2FF5C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de-CH" sz="800" dirty="0"/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C34B12C6-CB75-AF3F-DBE4-FA76DB6B5F6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B89E085-2615-46FC-BF03-75593A7E7465}" type="slidenum">
              <a:rPr lang="de-CH" smtClean="0"/>
              <a:pPr/>
              <a:t>‹Nr.›</a:t>
            </a:fld>
            <a:endParaRPr lang="de-CH" sz="800"/>
          </a:p>
        </p:txBody>
      </p:sp>
    </p:spTree>
    <p:extLst>
      <p:ext uri="{BB962C8B-B14F-4D97-AF65-F5344CB8AC3E}">
        <p14:creationId xmlns:p14="http://schemas.microsoft.com/office/powerpoint/2010/main" val="6646229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4 Person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5">
            <a:extLst>
              <a:ext uri="{FF2B5EF4-FFF2-40B4-BE49-F238E27FC236}">
                <a16:creationId xmlns:a16="http://schemas.microsoft.com/office/drawing/2014/main" id="{2CCAF240-DA36-DB65-260D-7C06D1BCF979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627062" y="1776412"/>
            <a:ext cx="1620000" cy="1620000"/>
          </a:xfrm>
          <a:solidFill>
            <a:schemeClr val="accent6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CH"/>
          </a:p>
        </p:txBody>
      </p:sp>
      <p:sp>
        <p:nvSpPr>
          <p:cNvPr id="7" name="Bildplatzhalter 5">
            <a:extLst>
              <a:ext uri="{FF2B5EF4-FFF2-40B4-BE49-F238E27FC236}">
                <a16:creationId xmlns:a16="http://schemas.microsoft.com/office/drawing/2014/main" id="{36BC4993-BC83-AE49-3BAD-1CF62FDBA04D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6096000" y="1776412"/>
            <a:ext cx="1620000" cy="1620000"/>
          </a:xfrm>
          <a:solidFill>
            <a:schemeClr val="accent6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CH"/>
          </a:p>
        </p:txBody>
      </p:sp>
      <p:sp>
        <p:nvSpPr>
          <p:cNvPr id="8" name="Bildplatzhalter 5">
            <a:extLst>
              <a:ext uri="{FF2B5EF4-FFF2-40B4-BE49-F238E27FC236}">
                <a16:creationId xmlns:a16="http://schemas.microsoft.com/office/drawing/2014/main" id="{ED029AAF-6C7F-1A92-5878-DCC79A4E5FBB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627062" y="3720243"/>
            <a:ext cx="1620000" cy="1620000"/>
          </a:xfrm>
          <a:solidFill>
            <a:schemeClr val="accent6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CH"/>
          </a:p>
        </p:txBody>
      </p:sp>
      <p:sp>
        <p:nvSpPr>
          <p:cNvPr id="9" name="Bildplatzhalter 5">
            <a:extLst>
              <a:ext uri="{FF2B5EF4-FFF2-40B4-BE49-F238E27FC236}">
                <a16:creationId xmlns:a16="http://schemas.microsoft.com/office/drawing/2014/main" id="{C24E3FC2-23B0-DDC5-9E77-14B88624CA8E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6096000" y="3720243"/>
            <a:ext cx="1620000" cy="1620000"/>
          </a:xfrm>
          <a:solidFill>
            <a:schemeClr val="accent6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CH"/>
          </a:p>
        </p:txBody>
      </p:sp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40985E05-B7C6-E320-68F7-4BE6C266E468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438400" y="2586412"/>
            <a:ext cx="3244850" cy="330200"/>
          </a:xfrm>
        </p:spPr>
        <p:txBody>
          <a:bodyPr>
            <a:noAutofit/>
          </a:bodyPr>
          <a:lstStyle>
            <a:lvl1pPr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Name</a:t>
            </a:r>
            <a:endParaRPr lang="de-CH" dirty="0"/>
          </a:p>
        </p:txBody>
      </p:sp>
      <p:sp>
        <p:nvSpPr>
          <p:cNvPr id="12" name="Inhaltsplatzhalter 10">
            <a:extLst>
              <a:ext uri="{FF2B5EF4-FFF2-40B4-BE49-F238E27FC236}">
                <a16:creationId xmlns:a16="http://schemas.microsoft.com/office/drawing/2014/main" id="{1D237C64-8BDF-467C-62F7-968E6DBFF61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438400" y="3066212"/>
            <a:ext cx="3244850" cy="330200"/>
          </a:xfrm>
        </p:spPr>
        <p:txBody>
          <a:bodyPr>
            <a:no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de-DE" dirty="0"/>
              <a:t>Funktion</a:t>
            </a:r>
            <a:endParaRPr lang="de-CH" dirty="0"/>
          </a:p>
        </p:txBody>
      </p:sp>
      <p:sp>
        <p:nvSpPr>
          <p:cNvPr id="13" name="Inhaltsplatzhalter 10">
            <a:extLst>
              <a:ext uri="{FF2B5EF4-FFF2-40B4-BE49-F238E27FC236}">
                <a16:creationId xmlns:a16="http://schemas.microsoft.com/office/drawing/2014/main" id="{83449DF7-204F-4278-757A-2793DB733F94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7909763" y="2619000"/>
            <a:ext cx="3244850" cy="330200"/>
          </a:xfrm>
        </p:spPr>
        <p:txBody>
          <a:bodyPr>
            <a:noAutofit/>
          </a:bodyPr>
          <a:lstStyle>
            <a:lvl1pPr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Name</a:t>
            </a:r>
            <a:endParaRPr lang="de-CH" dirty="0"/>
          </a:p>
        </p:txBody>
      </p:sp>
      <p:sp>
        <p:nvSpPr>
          <p:cNvPr id="14" name="Inhaltsplatzhalter 10">
            <a:extLst>
              <a:ext uri="{FF2B5EF4-FFF2-40B4-BE49-F238E27FC236}">
                <a16:creationId xmlns:a16="http://schemas.microsoft.com/office/drawing/2014/main" id="{2DDA12C3-2578-D62E-2D47-C67D415CBEF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7909763" y="3098800"/>
            <a:ext cx="3244850" cy="330200"/>
          </a:xfrm>
        </p:spPr>
        <p:txBody>
          <a:bodyPr>
            <a:no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de-DE" dirty="0"/>
              <a:t>Funktion</a:t>
            </a:r>
            <a:endParaRPr lang="de-CH" dirty="0"/>
          </a:p>
        </p:txBody>
      </p:sp>
      <p:sp>
        <p:nvSpPr>
          <p:cNvPr id="15" name="Inhaltsplatzhalter 10">
            <a:extLst>
              <a:ext uri="{FF2B5EF4-FFF2-40B4-BE49-F238E27FC236}">
                <a16:creationId xmlns:a16="http://schemas.microsoft.com/office/drawing/2014/main" id="{9CC9A4D7-42CA-A22A-4783-2766D0CA075D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2438400" y="4530243"/>
            <a:ext cx="3244850" cy="330200"/>
          </a:xfrm>
        </p:spPr>
        <p:txBody>
          <a:bodyPr>
            <a:noAutofit/>
          </a:bodyPr>
          <a:lstStyle>
            <a:lvl1pPr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Name</a:t>
            </a:r>
            <a:endParaRPr lang="de-CH" dirty="0"/>
          </a:p>
        </p:txBody>
      </p:sp>
      <p:sp>
        <p:nvSpPr>
          <p:cNvPr id="16" name="Inhaltsplatzhalter 10">
            <a:extLst>
              <a:ext uri="{FF2B5EF4-FFF2-40B4-BE49-F238E27FC236}">
                <a16:creationId xmlns:a16="http://schemas.microsoft.com/office/drawing/2014/main" id="{AA73B18F-68F8-CAB2-C2A7-6678A6552587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2438400" y="5010043"/>
            <a:ext cx="3244850" cy="330200"/>
          </a:xfrm>
        </p:spPr>
        <p:txBody>
          <a:bodyPr>
            <a:no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de-DE" dirty="0"/>
              <a:t>Funktion</a:t>
            </a:r>
            <a:endParaRPr lang="de-CH" dirty="0"/>
          </a:p>
        </p:txBody>
      </p:sp>
      <p:sp>
        <p:nvSpPr>
          <p:cNvPr id="17" name="Inhaltsplatzhalter 10">
            <a:extLst>
              <a:ext uri="{FF2B5EF4-FFF2-40B4-BE49-F238E27FC236}">
                <a16:creationId xmlns:a16="http://schemas.microsoft.com/office/drawing/2014/main" id="{4CC42733-F36A-5844-8103-BDE3D70B9D84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7909763" y="4530243"/>
            <a:ext cx="3244850" cy="330200"/>
          </a:xfrm>
        </p:spPr>
        <p:txBody>
          <a:bodyPr>
            <a:noAutofit/>
          </a:bodyPr>
          <a:lstStyle>
            <a:lvl1pPr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Name</a:t>
            </a:r>
            <a:endParaRPr lang="de-CH" dirty="0"/>
          </a:p>
        </p:txBody>
      </p:sp>
      <p:sp>
        <p:nvSpPr>
          <p:cNvPr id="18" name="Inhaltsplatzhalter 10">
            <a:extLst>
              <a:ext uri="{FF2B5EF4-FFF2-40B4-BE49-F238E27FC236}">
                <a16:creationId xmlns:a16="http://schemas.microsoft.com/office/drawing/2014/main" id="{52D072C8-BB11-2441-EADF-636268C0BD68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7909763" y="5010043"/>
            <a:ext cx="3244850" cy="330200"/>
          </a:xfrm>
        </p:spPr>
        <p:txBody>
          <a:bodyPr>
            <a:no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de-DE" dirty="0"/>
              <a:t>Funktion</a:t>
            </a:r>
            <a:endParaRPr lang="de-CH" dirty="0"/>
          </a:p>
        </p:txBody>
      </p:sp>
      <p:sp>
        <p:nvSpPr>
          <p:cNvPr id="3" name="Foliennummernplatzhalter 3">
            <a:extLst>
              <a:ext uri="{FF2B5EF4-FFF2-40B4-BE49-F238E27FC236}">
                <a16:creationId xmlns:a16="http://schemas.microsoft.com/office/drawing/2014/main" id="{C5974364-4A54-EB9C-86EA-FBF15CD6EA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7388" y="6173931"/>
            <a:ext cx="478611" cy="3240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89E085-2615-46FC-BF03-75593A7E7465}" type="slidenum">
              <a:rPr lang="de-CH" smtClean="0"/>
              <a:pPr/>
              <a:t>‹Nr.›</a:t>
            </a:fld>
            <a:endParaRPr lang="de-CH" sz="800"/>
          </a:p>
        </p:txBody>
      </p:sp>
      <p:sp>
        <p:nvSpPr>
          <p:cNvPr id="4" name="Datumsplatzhalter 4">
            <a:extLst>
              <a:ext uri="{FF2B5EF4-FFF2-40B4-BE49-F238E27FC236}">
                <a16:creationId xmlns:a16="http://schemas.microsoft.com/office/drawing/2014/main" id="{A78F347B-8F0A-3B44-A796-74014A552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218821" y="6173931"/>
            <a:ext cx="907716" cy="3240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l"/>
            <a:endParaRPr lang="de-CH"/>
          </a:p>
        </p:txBody>
      </p:sp>
      <p:sp>
        <p:nvSpPr>
          <p:cNvPr id="5" name="Fußzeilenplatzhalter 5">
            <a:extLst>
              <a:ext uri="{FF2B5EF4-FFF2-40B4-BE49-F238E27FC236}">
                <a16:creationId xmlns:a16="http://schemas.microsoft.com/office/drawing/2014/main" id="{8A8DE09F-982D-1253-E4AB-17D17ABB07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17393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CH" sz="800" dirty="0"/>
          </a:p>
        </p:txBody>
      </p:sp>
      <p:sp>
        <p:nvSpPr>
          <p:cNvPr id="10" name="Titelplatzhalter 1">
            <a:extLst>
              <a:ext uri="{FF2B5EF4-FFF2-40B4-BE49-F238E27FC236}">
                <a16:creationId xmlns:a16="http://schemas.microsoft.com/office/drawing/2014/main" id="{3399D1A7-E734-DF8D-3AED-4A4F0B5D4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432000"/>
            <a:ext cx="11160000" cy="108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374553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6 Person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5">
            <a:extLst>
              <a:ext uri="{FF2B5EF4-FFF2-40B4-BE49-F238E27FC236}">
                <a16:creationId xmlns:a16="http://schemas.microsoft.com/office/drawing/2014/main" id="{2CCAF240-DA36-DB65-260D-7C06D1BCF979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627062" y="1776412"/>
            <a:ext cx="1080000" cy="1080000"/>
          </a:xfrm>
          <a:solidFill>
            <a:schemeClr val="accent6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CH"/>
          </a:p>
        </p:txBody>
      </p:sp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40985E05-B7C6-E320-68F7-4BE6C266E468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900825" y="2238759"/>
            <a:ext cx="3244850" cy="266850"/>
          </a:xfrm>
        </p:spPr>
        <p:txBody>
          <a:bodyPr>
            <a:noAutofit/>
          </a:bodyPr>
          <a:lstStyle>
            <a:lvl1pPr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Name</a:t>
            </a:r>
            <a:endParaRPr lang="de-CH" dirty="0"/>
          </a:p>
        </p:txBody>
      </p:sp>
      <p:sp>
        <p:nvSpPr>
          <p:cNvPr id="12" name="Inhaltsplatzhalter 10">
            <a:extLst>
              <a:ext uri="{FF2B5EF4-FFF2-40B4-BE49-F238E27FC236}">
                <a16:creationId xmlns:a16="http://schemas.microsoft.com/office/drawing/2014/main" id="{1D237C64-8BDF-467C-62F7-968E6DBFF61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1900825" y="2594902"/>
            <a:ext cx="3244850" cy="266850"/>
          </a:xfrm>
        </p:spPr>
        <p:txBody>
          <a:bodyPr>
            <a:noAutofit/>
          </a:bodyPr>
          <a:lstStyle>
            <a:lvl1pPr>
              <a:buNone/>
              <a:defRPr sz="1100"/>
            </a:lvl1pPr>
          </a:lstStyle>
          <a:p>
            <a:pPr lvl="0"/>
            <a:r>
              <a:rPr lang="de-DE" dirty="0"/>
              <a:t>Funktion</a:t>
            </a:r>
            <a:endParaRPr lang="de-CH" dirty="0"/>
          </a:p>
        </p:txBody>
      </p:sp>
      <p:sp>
        <p:nvSpPr>
          <p:cNvPr id="3" name="Bildplatzhalter 5">
            <a:extLst>
              <a:ext uri="{FF2B5EF4-FFF2-40B4-BE49-F238E27FC236}">
                <a16:creationId xmlns:a16="http://schemas.microsoft.com/office/drawing/2014/main" id="{4F137FD3-4F20-D92E-C2F9-A55EE46087B5}"/>
              </a:ext>
            </a:extLst>
          </p:cNvPr>
          <p:cNvSpPr>
            <a:spLocks noGrp="1" noChangeAspect="1"/>
          </p:cNvSpPr>
          <p:nvPr>
            <p:ph type="pic" sz="quarter" idx="22"/>
          </p:nvPr>
        </p:nvSpPr>
        <p:spPr>
          <a:xfrm>
            <a:off x="627062" y="3126787"/>
            <a:ext cx="1080000" cy="1080000"/>
          </a:xfrm>
          <a:solidFill>
            <a:schemeClr val="accent6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CH"/>
          </a:p>
        </p:txBody>
      </p:sp>
      <p:sp>
        <p:nvSpPr>
          <p:cNvPr id="5" name="Inhaltsplatzhalter 10">
            <a:extLst>
              <a:ext uri="{FF2B5EF4-FFF2-40B4-BE49-F238E27FC236}">
                <a16:creationId xmlns:a16="http://schemas.microsoft.com/office/drawing/2014/main" id="{46596D9A-1EEC-5E57-C45B-AA4E47BF05DB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1839865" y="3583794"/>
            <a:ext cx="3244850" cy="266850"/>
          </a:xfrm>
        </p:spPr>
        <p:txBody>
          <a:bodyPr>
            <a:noAutofit/>
          </a:bodyPr>
          <a:lstStyle>
            <a:lvl1pPr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Name</a:t>
            </a:r>
            <a:endParaRPr lang="de-CH" dirty="0"/>
          </a:p>
        </p:txBody>
      </p:sp>
      <p:sp>
        <p:nvSpPr>
          <p:cNvPr id="10" name="Inhaltsplatzhalter 10">
            <a:extLst>
              <a:ext uri="{FF2B5EF4-FFF2-40B4-BE49-F238E27FC236}">
                <a16:creationId xmlns:a16="http://schemas.microsoft.com/office/drawing/2014/main" id="{FCE168FA-91D1-28FD-35F0-9B12A9DC76BD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1839865" y="3939937"/>
            <a:ext cx="3244850" cy="266850"/>
          </a:xfrm>
        </p:spPr>
        <p:txBody>
          <a:bodyPr>
            <a:noAutofit/>
          </a:bodyPr>
          <a:lstStyle>
            <a:lvl1pPr>
              <a:buNone/>
              <a:defRPr sz="1100"/>
            </a:lvl1pPr>
          </a:lstStyle>
          <a:p>
            <a:pPr lvl="0"/>
            <a:r>
              <a:rPr lang="de-DE" dirty="0"/>
              <a:t>Funktion</a:t>
            </a:r>
            <a:endParaRPr lang="de-CH" dirty="0"/>
          </a:p>
        </p:txBody>
      </p:sp>
      <p:sp>
        <p:nvSpPr>
          <p:cNvPr id="19" name="Bildplatzhalter 5">
            <a:extLst>
              <a:ext uri="{FF2B5EF4-FFF2-40B4-BE49-F238E27FC236}">
                <a16:creationId xmlns:a16="http://schemas.microsoft.com/office/drawing/2014/main" id="{B9A29010-8AA1-6E22-2228-1A9650BD99D6}"/>
              </a:ext>
            </a:extLst>
          </p:cNvPr>
          <p:cNvSpPr>
            <a:spLocks noGrp="1" noChangeAspect="1"/>
          </p:cNvSpPr>
          <p:nvPr>
            <p:ph type="pic" sz="quarter" idx="25"/>
          </p:nvPr>
        </p:nvSpPr>
        <p:spPr>
          <a:xfrm>
            <a:off x="627062" y="4477163"/>
            <a:ext cx="1080000" cy="1080000"/>
          </a:xfrm>
          <a:solidFill>
            <a:schemeClr val="accent6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CH"/>
          </a:p>
        </p:txBody>
      </p:sp>
      <p:sp>
        <p:nvSpPr>
          <p:cNvPr id="20" name="Inhaltsplatzhalter 10">
            <a:extLst>
              <a:ext uri="{FF2B5EF4-FFF2-40B4-BE49-F238E27FC236}">
                <a16:creationId xmlns:a16="http://schemas.microsoft.com/office/drawing/2014/main" id="{532AFABE-B2B9-9124-E5BA-1CDEA4ACC4C1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1839865" y="4928829"/>
            <a:ext cx="3244850" cy="266850"/>
          </a:xfrm>
        </p:spPr>
        <p:txBody>
          <a:bodyPr>
            <a:noAutofit/>
          </a:bodyPr>
          <a:lstStyle>
            <a:lvl1pPr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Name</a:t>
            </a:r>
            <a:endParaRPr lang="de-CH" dirty="0"/>
          </a:p>
        </p:txBody>
      </p:sp>
      <p:sp>
        <p:nvSpPr>
          <p:cNvPr id="21" name="Inhaltsplatzhalter 10">
            <a:extLst>
              <a:ext uri="{FF2B5EF4-FFF2-40B4-BE49-F238E27FC236}">
                <a16:creationId xmlns:a16="http://schemas.microsoft.com/office/drawing/2014/main" id="{4B10AAAF-801F-A694-88C9-0195EE4E1922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1839865" y="5284972"/>
            <a:ext cx="3244850" cy="266850"/>
          </a:xfrm>
        </p:spPr>
        <p:txBody>
          <a:bodyPr>
            <a:noAutofit/>
          </a:bodyPr>
          <a:lstStyle>
            <a:lvl1pPr>
              <a:buNone/>
              <a:defRPr sz="1100"/>
            </a:lvl1pPr>
          </a:lstStyle>
          <a:p>
            <a:pPr lvl="0"/>
            <a:r>
              <a:rPr lang="de-DE" dirty="0"/>
              <a:t>Funktion</a:t>
            </a:r>
            <a:endParaRPr lang="de-CH" dirty="0"/>
          </a:p>
        </p:txBody>
      </p:sp>
      <p:sp>
        <p:nvSpPr>
          <p:cNvPr id="22" name="Bildplatzhalter 5">
            <a:extLst>
              <a:ext uri="{FF2B5EF4-FFF2-40B4-BE49-F238E27FC236}">
                <a16:creationId xmlns:a16="http://schemas.microsoft.com/office/drawing/2014/main" id="{86365C1E-893F-3B24-D8CC-0B3BBD965DA3}"/>
              </a:ext>
            </a:extLst>
          </p:cNvPr>
          <p:cNvSpPr>
            <a:spLocks noGrp="1" noChangeAspect="1"/>
          </p:cNvSpPr>
          <p:nvPr>
            <p:ph type="pic" sz="quarter" idx="28"/>
          </p:nvPr>
        </p:nvSpPr>
        <p:spPr>
          <a:xfrm>
            <a:off x="627062" y="1776412"/>
            <a:ext cx="1080000" cy="1080000"/>
          </a:xfrm>
          <a:solidFill>
            <a:schemeClr val="accent6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CH"/>
          </a:p>
        </p:txBody>
      </p:sp>
      <p:sp>
        <p:nvSpPr>
          <p:cNvPr id="28" name="Bildplatzhalter 5">
            <a:extLst>
              <a:ext uri="{FF2B5EF4-FFF2-40B4-BE49-F238E27FC236}">
                <a16:creationId xmlns:a16="http://schemas.microsoft.com/office/drawing/2014/main" id="{BA77361A-18E1-1C07-6AFB-B765DF756CD0}"/>
              </a:ext>
            </a:extLst>
          </p:cNvPr>
          <p:cNvSpPr>
            <a:spLocks noGrp="1" noChangeAspect="1"/>
          </p:cNvSpPr>
          <p:nvPr>
            <p:ph type="pic" sz="quarter" idx="31"/>
          </p:nvPr>
        </p:nvSpPr>
        <p:spPr>
          <a:xfrm>
            <a:off x="6096000" y="1776412"/>
            <a:ext cx="1080000" cy="1080000"/>
          </a:xfrm>
          <a:solidFill>
            <a:schemeClr val="accent6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CH"/>
          </a:p>
        </p:txBody>
      </p:sp>
      <p:sp>
        <p:nvSpPr>
          <p:cNvPr id="29" name="Inhaltsplatzhalter 10">
            <a:extLst>
              <a:ext uri="{FF2B5EF4-FFF2-40B4-BE49-F238E27FC236}">
                <a16:creationId xmlns:a16="http://schemas.microsoft.com/office/drawing/2014/main" id="{84D61622-1008-0E01-CCB5-D84ADDC877FC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7369763" y="2238759"/>
            <a:ext cx="3244850" cy="266850"/>
          </a:xfrm>
        </p:spPr>
        <p:txBody>
          <a:bodyPr>
            <a:noAutofit/>
          </a:bodyPr>
          <a:lstStyle>
            <a:lvl1pPr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Name</a:t>
            </a:r>
            <a:endParaRPr lang="de-CH" dirty="0"/>
          </a:p>
        </p:txBody>
      </p:sp>
      <p:sp>
        <p:nvSpPr>
          <p:cNvPr id="30" name="Inhaltsplatzhalter 10">
            <a:extLst>
              <a:ext uri="{FF2B5EF4-FFF2-40B4-BE49-F238E27FC236}">
                <a16:creationId xmlns:a16="http://schemas.microsoft.com/office/drawing/2014/main" id="{59A3E631-EDEC-B6EB-C500-258EFE018C5B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7369763" y="2594902"/>
            <a:ext cx="3244850" cy="266850"/>
          </a:xfrm>
        </p:spPr>
        <p:txBody>
          <a:bodyPr>
            <a:noAutofit/>
          </a:bodyPr>
          <a:lstStyle>
            <a:lvl1pPr>
              <a:buNone/>
              <a:defRPr sz="1100"/>
            </a:lvl1pPr>
          </a:lstStyle>
          <a:p>
            <a:pPr lvl="0"/>
            <a:r>
              <a:rPr lang="de-DE" dirty="0"/>
              <a:t>Funktion</a:t>
            </a:r>
            <a:endParaRPr lang="de-CH" dirty="0"/>
          </a:p>
        </p:txBody>
      </p:sp>
      <p:sp>
        <p:nvSpPr>
          <p:cNvPr id="31" name="Bildplatzhalter 5">
            <a:extLst>
              <a:ext uri="{FF2B5EF4-FFF2-40B4-BE49-F238E27FC236}">
                <a16:creationId xmlns:a16="http://schemas.microsoft.com/office/drawing/2014/main" id="{220385AD-82A6-5BA0-0700-35DC739484C4}"/>
              </a:ext>
            </a:extLst>
          </p:cNvPr>
          <p:cNvSpPr>
            <a:spLocks noGrp="1" noChangeAspect="1"/>
          </p:cNvSpPr>
          <p:nvPr>
            <p:ph type="pic" sz="quarter" idx="34"/>
          </p:nvPr>
        </p:nvSpPr>
        <p:spPr>
          <a:xfrm>
            <a:off x="6096000" y="3126787"/>
            <a:ext cx="1080000" cy="1080000"/>
          </a:xfrm>
          <a:solidFill>
            <a:schemeClr val="accent6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CH"/>
          </a:p>
        </p:txBody>
      </p:sp>
      <p:sp>
        <p:nvSpPr>
          <p:cNvPr id="32" name="Inhaltsplatzhalter 10">
            <a:extLst>
              <a:ext uri="{FF2B5EF4-FFF2-40B4-BE49-F238E27FC236}">
                <a16:creationId xmlns:a16="http://schemas.microsoft.com/office/drawing/2014/main" id="{5850EA99-A0BD-95DA-0984-958442334DFA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7308803" y="3583794"/>
            <a:ext cx="3244850" cy="266850"/>
          </a:xfrm>
        </p:spPr>
        <p:txBody>
          <a:bodyPr>
            <a:noAutofit/>
          </a:bodyPr>
          <a:lstStyle>
            <a:lvl1pPr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Name</a:t>
            </a:r>
            <a:endParaRPr lang="de-CH" dirty="0"/>
          </a:p>
        </p:txBody>
      </p:sp>
      <p:sp>
        <p:nvSpPr>
          <p:cNvPr id="33" name="Inhaltsplatzhalter 10">
            <a:extLst>
              <a:ext uri="{FF2B5EF4-FFF2-40B4-BE49-F238E27FC236}">
                <a16:creationId xmlns:a16="http://schemas.microsoft.com/office/drawing/2014/main" id="{2A39E699-2E7D-719B-2279-92FDF095B25A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7308803" y="3939937"/>
            <a:ext cx="3244850" cy="266850"/>
          </a:xfrm>
        </p:spPr>
        <p:txBody>
          <a:bodyPr>
            <a:noAutofit/>
          </a:bodyPr>
          <a:lstStyle>
            <a:lvl1pPr>
              <a:buNone/>
              <a:defRPr sz="1100"/>
            </a:lvl1pPr>
          </a:lstStyle>
          <a:p>
            <a:pPr lvl="0"/>
            <a:r>
              <a:rPr lang="de-DE" dirty="0"/>
              <a:t>Funktion</a:t>
            </a:r>
            <a:endParaRPr lang="de-CH" dirty="0"/>
          </a:p>
        </p:txBody>
      </p:sp>
      <p:sp>
        <p:nvSpPr>
          <p:cNvPr id="34" name="Bildplatzhalter 5">
            <a:extLst>
              <a:ext uri="{FF2B5EF4-FFF2-40B4-BE49-F238E27FC236}">
                <a16:creationId xmlns:a16="http://schemas.microsoft.com/office/drawing/2014/main" id="{2729C871-3682-1780-1268-0237E6D4E9C6}"/>
              </a:ext>
            </a:extLst>
          </p:cNvPr>
          <p:cNvSpPr>
            <a:spLocks noGrp="1" noChangeAspect="1"/>
          </p:cNvSpPr>
          <p:nvPr>
            <p:ph type="pic" sz="quarter" idx="37"/>
          </p:nvPr>
        </p:nvSpPr>
        <p:spPr>
          <a:xfrm>
            <a:off x="6096000" y="4477163"/>
            <a:ext cx="1080000" cy="1080000"/>
          </a:xfrm>
          <a:solidFill>
            <a:schemeClr val="accent6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CH"/>
          </a:p>
        </p:txBody>
      </p:sp>
      <p:sp>
        <p:nvSpPr>
          <p:cNvPr id="35" name="Inhaltsplatzhalter 10">
            <a:extLst>
              <a:ext uri="{FF2B5EF4-FFF2-40B4-BE49-F238E27FC236}">
                <a16:creationId xmlns:a16="http://schemas.microsoft.com/office/drawing/2014/main" id="{83667216-BB67-3D3A-5814-86B5C1720B88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7308803" y="4928829"/>
            <a:ext cx="3244850" cy="266850"/>
          </a:xfrm>
        </p:spPr>
        <p:txBody>
          <a:bodyPr>
            <a:noAutofit/>
          </a:bodyPr>
          <a:lstStyle>
            <a:lvl1pPr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Name</a:t>
            </a:r>
            <a:endParaRPr lang="de-CH" dirty="0"/>
          </a:p>
        </p:txBody>
      </p:sp>
      <p:sp>
        <p:nvSpPr>
          <p:cNvPr id="36" name="Inhaltsplatzhalter 10">
            <a:extLst>
              <a:ext uri="{FF2B5EF4-FFF2-40B4-BE49-F238E27FC236}">
                <a16:creationId xmlns:a16="http://schemas.microsoft.com/office/drawing/2014/main" id="{CE72F1A1-A121-C9D1-D4A8-EC9B7856C8D7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7308803" y="5284972"/>
            <a:ext cx="3244850" cy="266850"/>
          </a:xfrm>
        </p:spPr>
        <p:txBody>
          <a:bodyPr>
            <a:noAutofit/>
          </a:bodyPr>
          <a:lstStyle>
            <a:lvl1pPr>
              <a:buNone/>
              <a:defRPr sz="1100"/>
            </a:lvl1pPr>
          </a:lstStyle>
          <a:p>
            <a:pPr lvl="0"/>
            <a:r>
              <a:rPr lang="de-DE" dirty="0"/>
              <a:t>Funktion</a:t>
            </a:r>
            <a:endParaRPr lang="de-CH" dirty="0"/>
          </a:p>
        </p:txBody>
      </p:sp>
      <p:sp>
        <p:nvSpPr>
          <p:cNvPr id="37" name="Bildplatzhalter 5">
            <a:extLst>
              <a:ext uri="{FF2B5EF4-FFF2-40B4-BE49-F238E27FC236}">
                <a16:creationId xmlns:a16="http://schemas.microsoft.com/office/drawing/2014/main" id="{BD3CFE00-2888-DCAC-BC48-4C684E41A068}"/>
              </a:ext>
            </a:extLst>
          </p:cNvPr>
          <p:cNvSpPr>
            <a:spLocks noGrp="1" noChangeAspect="1"/>
          </p:cNvSpPr>
          <p:nvPr>
            <p:ph type="pic" sz="quarter" idx="40"/>
          </p:nvPr>
        </p:nvSpPr>
        <p:spPr>
          <a:xfrm>
            <a:off x="6096000" y="1776412"/>
            <a:ext cx="1080000" cy="1080000"/>
          </a:xfrm>
          <a:solidFill>
            <a:schemeClr val="accent6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CH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289CC5A-7FE0-00C4-3C37-8F4DABCF8B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7388" y="6173931"/>
            <a:ext cx="478611" cy="3240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89E085-2615-46FC-BF03-75593A7E7465}" type="slidenum">
              <a:rPr lang="de-CH" smtClean="0"/>
              <a:pPr/>
              <a:t>‹Nr.›</a:t>
            </a:fld>
            <a:endParaRPr lang="de-CH" sz="800"/>
          </a:p>
        </p:txBody>
      </p:sp>
      <p:sp>
        <p:nvSpPr>
          <p:cNvPr id="7" name="Datumsplatzhalter 4">
            <a:extLst>
              <a:ext uri="{FF2B5EF4-FFF2-40B4-BE49-F238E27FC236}">
                <a16:creationId xmlns:a16="http://schemas.microsoft.com/office/drawing/2014/main" id="{D1D8E948-482C-8C98-3DC7-C999DFBDB3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218821" y="6173931"/>
            <a:ext cx="907716" cy="3240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l"/>
            <a:endParaRPr lang="de-CH"/>
          </a:p>
        </p:txBody>
      </p:sp>
      <p:sp>
        <p:nvSpPr>
          <p:cNvPr id="8" name="Fußzeilenplatzhalter 5">
            <a:extLst>
              <a:ext uri="{FF2B5EF4-FFF2-40B4-BE49-F238E27FC236}">
                <a16:creationId xmlns:a16="http://schemas.microsoft.com/office/drawing/2014/main" id="{6E11A3C5-880D-383C-8DD1-9D5D5F85E7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17393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CH" sz="800" dirty="0"/>
          </a:p>
        </p:txBody>
      </p:sp>
      <p:sp>
        <p:nvSpPr>
          <p:cNvPr id="9" name="Titelplatzhalter 1">
            <a:extLst>
              <a:ext uri="{FF2B5EF4-FFF2-40B4-BE49-F238E27FC236}">
                <a16:creationId xmlns:a16="http://schemas.microsoft.com/office/drawing/2014/main" id="{AF7F040E-F171-EEA6-D1A1-413E96B03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432000"/>
            <a:ext cx="11160000" cy="108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6560483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Schlus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 descr="Ein Bild, das Text, Schrift, Electric Blue (Farbe), Logo enthält.">
            <a:extLst>
              <a:ext uri="{FF2B5EF4-FFF2-40B4-BE49-F238E27FC236}">
                <a16:creationId xmlns:a16="http://schemas.microsoft.com/office/drawing/2014/main" id="{D7AB79EA-557E-8E1B-4F1C-D76D68A122E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0355" y="2911643"/>
            <a:ext cx="4491291" cy="1034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228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3E3DCAD4-94B9-B49B-03CA-A99E94DF6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432000"/>
            <a:ext cx="11160000" cy="108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de-CH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849518C-6E14-7C8E-8C01-1FB5BCE0F1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4000" y="1614653"/>
            <a:ext cx="11160000" cy="4428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134D25E4-00C8-521A-B561-4CBD54A2DF4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4000" y="6194493"/>
            <a:ext cx="587161" cy="324000"/>
          </a:xfrm>
          <a:prstGeom prst="rect">
            <a:avLst/>
          </a:prstGeom>
        </p:spPr>
      </p:pic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9268DA2-63CE-1401-05C7-4C54C643BE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7388" y="6173931"/>
            <a:ext cx="478611" cy="3240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89E085-2615-46FC-BF03-75593A7E7465}" type="slidenum">
              <a:rPr lang="de-CH" smtClean="0"/>
              <a:pPr/>
              <a:t>‹Nr.›</a:t>
            </a:fld>
            <a:endParaRPr lang="de-CH" sz="80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2BB16B3-BAF8-C732-A8DE-D05D775AA9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218821" y="6173931"/>
            <a:ext cx="907716" cy="3240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l"/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C2E0B68-EF86-EEA8-2738-2FBD5E01D6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17393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CH" sz="800" dirty="0"/>
          </a:p>
        </p:txBody>
      </p:sp>
    </p:spTree>
    <p:extLst>
      <p:ext uri="{BB962C8B-B14F-4D97-AF65-F5344CB8AC3E}">
        <p14:creationId xmlns:p14="http://schemas.microsoft.com/office/powerpoint/2010/main" val="1188244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3" r:id="rId2"/>
    <p:sldLayoutId id="2147483665" r:id="rId3"/>
    <p:sldLayoutId id="2147483660" r:id="rId4"/>
    <p:sldLayoutId id="2147483674" r:id="rId5"/>
    <p:sldLayoutId id="2147483650" r:id="rId6"/>
    <p:sldLayoutId id="2147483671" r:id="rId7"/>
    <p:sldLayoutId id="2147483653" r:id="rId8"/>
    <p:sldLayoutId id="2147483659" r:id="rId9"/>
    <p:sldLayoutId id="2147483672" r:id="rId10"/>
    <p:sldLayoutId id="2147483662" r:id="rId11"/>
    <p:sldLayoutId id="2147483661" r:id="rId12"/>
    <p:sldLayoutId id="2147483666" r:id="rId13"/>
    <p:sldLayoutId id="2147483663" r:id="rId14"/>
    <p:sldLayoutId id="2147483668" r:id="rId15"/>
    <p:sldLayoutId id="2147483669" r:id="rId16"/>
    <p:sldLayoutId id="2147483670" r:id="rId17"/>
    <p:sldLayoutId id="2147483664" r:id="rId18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SzPct val="80000"/>
        <a:buFont typeface="Symbol" panose="05050102010706020507" pitchFamily="18" charset="2"/>
        <a:buChar char="-"/>
        <a:defRPr sz="1800" kern="1200">
          <a:solidFill>
            <a:srgbClr val="002060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SzPct val="80000"/>
        <a:buFont typeface="Symbol" panose="05050102010706020507" pitchFamily="18" charset="2"/>
        <a:buChar char="-"/>
        <a:defRPr sz="1400" kern="1200">
          <a:solidFill>
            <a:srgbClr val="002060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SzPct val="80000"/>
        <a:buFont typeface="Symbol" panose="05050102010706020507" pitchFamily="18" charset="2"/>
        <a:buChar char="-"/>
        <a:defRPr sz="1200" kern="1200">
          <a:solidFill>
            <a:srgbClr val="002060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SzPct val="80000"/>
        <a:buFont typeface="Symbol" panose="05050102010706020507" pitchFamily="18" charset="2"/>
        <a:buChar char="-"/>
        <a:defRPr sz="1100" kern="1200">
          <a:solidFill>
            <a:srgbClr val="002060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SzPct val="80000"/>
        <a:buFont typeface="Symbol" panose="05050102010706020507" pitchFamily="18" charset="2"/>
        <a:buChar char="-"/>
        <a:defRPr sz="1100" kern="1200">
          <a:solidFill>
            <a:srgbClr val="00206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78" userDrawn="1">
          <p15:clr>
            <a:srgbClr val="F26B43"/>
          </p15:clr>
        </p15:guide>
        <p15:guide id="2" pos="30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99EB235-3833-ADF7-785C-812616181D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C0B429E-B335-0367-2D04-87066557145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5812D86-5A67-9AB8-E9A2-1228EAB084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4037245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HWZ Farben 2026">
      <a:dk1>
        <a:srgbClr val="002FA8"/>
      </a:dk1>
      <a:lt1>
        <a:srgbClr val="FFFFFF"/>
      </a:lt1>
      <a:dk2>
        <a:srgbClr val="001447"/>
      </a:dk2>
      <a:lt2>
        <a:srgbClr val="3C6BDA"/>
      </a:lt2>
      <a:accent1>
        <a:srgbClr val="002FA8"/>
      </a:accent1>
      <a:accent2>
        <a:srgbClr val="2F56B9"/>
      </a:accent2>
      <a:accent3>
        <a:srgbClr val="DA1E28"/>
      </a:accent3>
      <a:accent4>
        <a:srgbClr val="FFAA00"/>
      </a:accent4>
      <a:accent5>
        <a:srgbClr val="92B93D"/>
      </a:accent5>
      <a:accent6>
        <a:srgbClr val="D8E1F7"/>
      </a:accent6>
      <a:hlink>
        <a:srgbClr val="3C6BDA"/>
      </a:hlink>
      <a:folHlink>
        <a:srgbClr val="FFFFFF"/>
      </a:folHlink>
    </a:clrScheme>
    <a:fontScheme name="HWZ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HWZ Vorlage extern" id="{308F072A-134F-4433-ABED-26F2811ED710}" vid="{A56C8997-5278-4889-830E-400CF0A1A0C5}"/>
    </a:ext>
  </a:extLst>
</a:theme>
</file>

<file path=ppt/theme/theme2.xml><?xml version="1.0" encoding="utf-8"?>
<a:theme xmlns:a="http://schemas.openxmlformats.org/drawingml/2006/main" name="Office">
  <a:themeElements>
    <a:clrScheme name="HWZ Farben 2026">
      <a:dk1>
        <a:sysClr val="windowText" lastClr="000000"/>
      </a:dk1>
      <a:lt1>
        <a:srgbClr val="FFFFFF"/>
      </a:lt1>
      <a:dk2>
        <a:srgbClr val="002FA8"/>
      </a:dk2>
      <a:lt2>
        <a:srgbClr val="EBF0FF"/>
      </a:lt2>
      <a:accent1>
        <a:srgbClr val="002FA8"/>
      </a:accent1>
      <a:accent2>
        <a:srgbClr val="DA1E28"/>
      </a:accent2>
      <a:accent3>
        <a:srgbClr val="FFAA00"/>
      </a:accent3>
      <a:accent4>
        <a:srgbClr val="92B93D"/>
      </a:accent4>
      <a:accent5>
        <a:srgbClr val="3C6BDA"/>
      </a:accent5>
      <a:accent6>
        <a:srgbClr val="D8E1F7"/>
      </a:accent6>
      <a:hlink>
        <a:srgbClr val="002FA8"/>
      </a:hlink>
      <a:folHlink>
        <a:srgbClr val="7030A0"/>
      </a:folHlink>
    </a:clrScheme>
    <a:fontScheme name="HWZ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HWZ Vorlage extern DE</Template>
  <TotalTime>0</TotalTime>
  <Words>1</Words>
  <Application>Microsoft Office PowerPoint</Application>
  <PresentationFormat>Breitbild</PresentationFormat>
  <Paragraphs>1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Arial</vt:lpstr>
      <vt:lpstr>Symbol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Jaworski Magdalena (HWZ-Mitarbeiterin)</dc:creator>
  <cp:lastModifiedBy>Jaworski Magdalena (HWZ-Mitarbeiterin)</cp:lastModifiedBy>
  <cp:revision>1</cp:revision>
  <dcterms:created xsi:type="dcterms:W3CDTF">2026-01-23T09:52:42Z</dcterms:created>
  <dcterms:modified xsi:type="dcterms:W3CDTF">2026-01-23T09:53:10Z</dcterms:modified>
</cp:coreProperties>
</file>