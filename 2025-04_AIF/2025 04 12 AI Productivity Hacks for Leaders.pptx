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5" r:id="rId2"/>
  </p:sldMasterIdLst>
  <p:notesMasterIdLst>
    <p:notesMasterId r:id="rId20"/>
  </p:notesMasterIdLst>
  <p:sldIdLst>
    <p:sldId id="256" r:id="rId3"/>
    <p:sldId id="4030" r:id="rId4"/>
    <p:sldId id="257" r:id="rId5"/>
    <p:sldId id="261" r:id="rId6"/>
    <p:sldId id="260" r:id="rId7"/>
    <p:sldId id="262" r:id="rId8"/>
    <p:sldId id="258" r:id="rId9"/>
    <p:sldId id="292" r:id="rId10"/>
    <p:sldId id="259" r:id="rId11"/>
    <p:sldId id="265" r:id="rId12"/>
    <p:sldId id="270" r:id="rId13"/>
    <p:sldId id="264" r:id="rId14"/>
    <p:sldId id="4031" r:id="rId15"/>
    <p:sldId id="263" r:id="rId16"/>
    <p:sldId id="267" r:id="rId17"/>
    <p:sldId id="269" r:id="rId18"/>
    <p:sldId id="268" r:id="rId19"/>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DA1"/>
    <a:srgbClr val="99B1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942C3C-A721-4018-BBFF-D6BA39517066}" v="1" dt="2025-12-03T12:05:43.842"/>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3353" autoAdjust="0"/>
    <p:restoredTop sz="94660"/>
  </p:normalViewPr>
  <p:slideViewPr>
    <p:cSldViewPr snapToGrid="0">
      <p:cViewPr varScale="1">
        <p:scale>
          <a:sx n="83" d="100"/>
          <a:sy n="83" d="100"/>
        </p:scale>
        <p:origin x="108" y="2256"/>
      </p:cViewPr>
      <p:guideLst/>
    </p:cSldViewPr>
  </p:slideViewPr>
  <p:notesTextViewPr>
    <p:cViewPr>
      <p:scale>
        <a:sx n="1" d="1"/>
        <a:sy n="1" d="1"/>
      </p:scale>
      <p:origin x="0" y="0"/>
    </p:cViewPr>
  </p:notesTextViewPr>
  <p:notesViewPr>
    <p:cSldViewPr snapToGrid="0">
      <p:cViewPr varScale="1">
        <p:scale>
          <a:sx n="102" d="100"/>
          <a:sy n="102" d="100"/>
        </p:scale>
        <p:origin x="2352" y="12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5/10/relationships/revisionInfo" Target="revisionInfo.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omas Winter" userId="938a0ccc4a6de7d1" providerId="LiveId" clId="{F8A70D41-B683-440F-9E4E-6E9DC5D6B9B9}"/>
    <pc:docChg chg="custSel modSld">
      <pc:chgData name="Thomas Winter" userId="938a0ccc4a6de7d1" providerId="LiveId" clId="{F8A70D41-B683-440F-9E4E-6E9DC5D6B9B9}" dt="2025-12-03T12:05:51.268" v="10" actId="20577"/>
      <pc:docMkLst>
        <pc:docMk/>
      </pc:docMkLst>
      <pc:sldChg chg="modSp mod">
        <pc:chgData name="Thomas Winter" userId="938a0ccc4a6de7d1" providerId="LiveId" clId="{F8A70D41-B683-440F-9E4E-6E9DC5D6B9B9}" dt="2025-12-03T12:05:51.268" v="10" actId="20577"/>
        <pc:sldMkLst>
          <pc:docMk/>
          <pc:sldMk cId="3291133195" sldId="260"/>
        </pc:sldMkLst>
        <pc:spChg chg="mod">
          <ac:chgData name="Thomas Winter" userId="938a0ccc4a6de7d1" providerId="LiveId" clId="{F8A70D41-B683-440F-9E4E-6E9DC5D6B9B9}" dt="2025-12-03T12:05:51.268" v="10" actId="20577"/>
          <ac:spMkLst>
            <pc:docMk/>
            <pc:sldMk cId="3291133195" sldId="260"/>
            <ac:spMk id="3" creationId="{68453023-913D-2DED-2D20-E8B83AA11669}"/>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FC6CCCF-3921-4BA3-819D-9560E1EA754E}" type="doc">
      <dgm:prSet loTypeId="urn:microsoft.com/office/officeart/2008/layout/LinedList" loCatId="list" qsTypeId="urn:microsoft.com/office/officeart/2005/8/quickstyle/simple1" qsCatId="simple" csTypeId="urn:microsoft.com/office/officeart/2005/8/colors/colorful5" csCatId="colorful"/>
      <dgm:spPr/>
      <dgm:t>
        <a:bodyPr/>
        <a:lstStyle/>
        <a:p>
          <a:endParaRPr lang="en-US"/>
        </a:p>
      </dgm:t>
    </dgm:pt>
    <dgm:pt modelId="{096BC97D-7C0A-44AB-89F8-B7D188F4B717}">
      <dgm:prSet/>
      <dgm:spPr/>
      <dgm:t>
        <a:bodyPr/>
        <a:lstStyle/>
        <a:p>
          <a:r>
            <a:rPr lang="en-US"/>
            <a:t>Evil Empire</a:t>
          </a:r>
        </a:p>
      </dgm:t>
    </dgm:pt>
    <dgm:pt modelId="{BCE1807A-7158-4518-BC98-270BA26A6200}" type="parTrans" cxnId="{736707CF-CB5A-4DCE-8D90-577C55CD0A4A}">
      <dgm:prSet/>
      <dgm:spPr/>
      <dgm:t>
        <a:bodyPr/>
        <a:lstStyle/>
        <a:p>
          <a:endParaRPr lang="en-US"/>
        </a:p>
      </dgm:t>
    </dgm:pt>
    <dgm:pt modelId="{246724EE-6250-437F-9FEC-19D4E4111D61}" type="sibTrans" cxnId="{736707CF-CB5A-4DCE-8D90-577C55CD0A4A}">
      <dgm:prSet/>
      <dgm:spPr/>
      <dgm:t>
        <a:bodyPr/>
        <a:lstStyle/>
        <a:p>
          <a:endParaRPr lang="en-US"/>
        </a:p>
      </dgm:t>
    </dgm:pt>
    <dgm:pt modelId="{6E7E1DC9-F5CE-41E5-BA7F-FBF166F14912}">
      <dgm:prSet/>
      <dgm:spPr/>
      <dgm:t>
        <a:bodyPr/>
        <a:lstStyle/>
        <a:p>
          <a:r>
            <a:rPr lang="en-US"/>
            <a:t>Party Trick</a:t>
          </a:r>
        </a:p>
      </dgm:t>
    </dgm:pt>
    <dgm:pt modelId="{969B5799-0BE3-4640-9714-295230296979}" type="parTrans" cxnId="{FDE103CE-6037-4FFE-9398-D3DC671C2475}">
      <dgm:prSet/>
      <dgm:spPr/>
      <dgm:t>
        <a:bodyPr/>
        <a:lstStyle/>
        <a:p>
          <a:endParaRPr lang="en-US"/>
        </a:p>
      </dgm:t>
    </dgm:pt>
    <dgm:pt modelId="{48AA4676-2348-4F5A-AEDD-70F5BE7DBFAE}" type="sibTrans" cxnId="{FDE103CE-6037-4FFE-9398-D3DC671C2475}">
      <dgm:prSet/>
      <dgm:spPr/>
      <dgm:t>
        <a:bodyPr/>
        <a:lstStyle/>
        <a:p>
          <a:endParaRPr lang="en-US"/>
        </a:p>
      </dgm:t>
    </dgm:pt>
    <dgm:pt modelId="{28618F66-6D2C-4E41-8E49-31B7199C5D4D}">
      <dgm:prSet/>
      <dgm:spPr/>
      <dgm:t>
        <a:bodyPr/>
        <a:lstStyle/>
        <a:p>
          <a:r>
            <a:rPr lang="en-US"/>
            <a:t>Personal Productivity</a:t>
          </a:r>
        </a:p>
      </dgm:t>
    </dgm:pt>
    <dgm:pt modelId="{7BCD96CB-3951-426C-9779-139C5FA271A3}" type="parTrans" cxnId="{F2C8B008-AC98-4D3C-A47F-1B7C3075E168}">
      <dgm:prSet/>
      <dgm:spPr/>
      <dgm:t>
        <a:bodyPr/>
        <a:lstStyle/>
        <a:p>
          <a:endParaRPr lang="en-US"/>
        </a:p>
      </dgm:t>
    </dgm:pt>
    <dgm:pt modelId="{74B8D7E0-8470-4DF3-AB77-F7D85F51D11D}" type="sibTrans" cxnId="{F2C8B008-AC98-4D3C-A47F-1B7C3075E168}">
      <dgm:prSet/>
      <dgm:spPr/>
      <dgm:t>
        <a:bodyPr/>
        <a:lstStyle/>
        <a:p>
          <a:endParaRPr lang="en-US"/>
        </a:p>
      </dgm:t>
    </dgm:pt>
    <dgm:pt modelId="{7DBB9C77-E4C7-4F0D-9054-B29EBF0ADD64}">
      <dgm:prSet/>
      <dgm:spPr/>
      <dgm:t>
        <a:bodyPr/>
        <a:lstStyle/>
        <a:p>
          <a:r>
            <a:rPr lang="en-US"/>
            <a:t>Team Productivity</a:t>
          </a:r>
        </a:p>
      </dgm:t>
    </dgm:pt>
    <dgm:pt modelId="{E644DFBD-12DF-43B5-8843-665E2E2F9916}" type="parTrans" cxnId="{96BEA679-2464-403E-8548-0B2A467D4A02}">
      <dgm:prSet/>
      <dgm:spPr/>
      <dgm:t>
        <a:bodyPr/>
        <a:lstStyle/>
        <a:p>
          <a:endParaRPr lang="en-US"/>
        </a:p>
      </dgm:t>
    </dgm:pt>
    <dgm:pt modelId="{00656FBF-39E3-4F0B-8CB6-F53F4CBB2F0E}" type="sibTrans" cxnId="{96BEA679-2464-403E-8548-0B2A467D4A02}">
      <dgm:prSet/>
      <dgm:spPr/>
      <dgm:t>
        <a:bodyPr/>
        <a:lstStyle/>
        <a:p>
          <a:endParaRPr lang="en-US"/>
        </a:p>
      </dgm:t>
    </dgm:pt>
    <dgm:pt modelId="{287BA9D1-A405-430E-93B2-DFEA58EE9662}">
      <dgm:prSet/>
      <dgm:spPr/>
      <dgm:t>
        <a:bodyPr/>
        <a:lstStyle/>
        <a:p>
          <a:r>
            <a:rPr lang="en-US"/>
            <a:t>Personal Agentic AI</a:t>
          </a:r>
        </a:p>
      </dgm:t>
    </dgm:pt>
    <dgm:pt modelId="{C4580711-978D-43AB-95AA-AB8B7FAEAE6C}" type="parTrans" cxnId="{E93FF213-EECE-45A8-961A-B7D742142947}">
      <dgm:prSet/>
      <dgm:spPr/>
      <dgm:t>
        <a:bodyPr/>
        <a:lstStyle/>
        <a:p>
          <a:endParaRPr lang="en-US"/>
        </a:p>
      </dgm:t>
    </dgm:pt>
    <dgm:pt modelId="{B95A8C5D-9B7E-409C-9FF7-4C1FCA66A792}" type="sibTrans" cxnId="{E93FF213-EECE-45A8-961A-B7D742142947}">
      <dgm:prSet/>
      <dgm:spPr/>
      <dgm:t>
        <a:bodyPr/>
        <a:lstStyle/>
        <a:p>
          <a:endParaRPr lang="en-US"/>
        </a:p>
      </dgm:t>
    </dgm:pt>
    <dgm:pt modelId="{E872D2BA-F7B9-4B76-A5B9-73C88445FB92}">
      <dgm:prSet/>
      <dgm:spPr/>
      <dgm:t>
        <a:bodyPr/>
        <a:lstStyle/>
        <a:p>
          <a:r>
            <a:rPr lang="en-US"/>
            <a:t>Enterprise Process Embedded</a:t>
          </a:r>
        </a:p>
      </dgm:t>
    </dgm:pt>
    <dgm:pt modelId="{438FB5CE-5CBA-470A-B4CA-CC84A6A79669}" type="parTrans" cxnId="{2EFC0328-69DE-4CC4-9F79-2FE2B9004633}">
      <dgm:prSet/>
      <dgm:spPr/>
      <dgm:t>
        <a:bodyPr/>
        <a:lstStyle/>
        <a:p>
          <a:endParaRPr lang="en-US"/>
        </a:p>
      </dgm:t>
    </dgm:pt>
    <dgm:pt modelId="{EA89D86D-9323-4FCC-B7D5-C5CB18F76E46}" type="sibTrans" cxnId="{2EFC0328-69DE-4CC4-9F79-2FE2B9004633}">
      <dgm:prSet/>
      <dgm:spPr/>
      <dgm:t>
        <a:bodyPr/>
        <a:lstStyle/>
        <a:p>
          <a:endParaRPr lang="en-US"/>
        </a:p>
      </dgm:t>
    </dgm:pt>
    <dgm:pt modelId="{89307757-BAAB-4EF4-8CB8-CC91B3CFCFF4}">
      <dgm:prSet/>
      <dgm:spPr/>
      <dgm:t>
        <a:bodyPr/>
        <a:lstStyle/>
        <a:p>
          <a:r>
            <a:rPr lang="en-US"/>
            <a:t>Enterprise Agentic AI</a:t>
          </a:r>
        </a:p>
      </dgm:t>
    </dgm:pt>
    <dgm:pt modelId="{AC9B5145-90AE-43A4-8C92-4C0FA2C94894}" type="parTrans" cxnId="{37772F80-D34C-4AB3-AB75-951BAEDF0406}">
      <dgm:prSet/>
      <dgm:spPr/>
      <dgm:t>
        <a:bodyPr/>
        <a:lstStyle/>
        <a:p>
          <a:endParaRPr lang="en-US"/>
        </a:p>
      </dgm:t>
    </dgm:pt>
    <dgm:pt modelId="{1B864B31-185F-4038-942F-A5A4C69EFB6E}" type="sibTrans" cxnId="{37772F80-D34C-4AB3-AB75-951BAEDF0406}">
      <dgm:prSet/>
      <dgm:spPr/>
      <dgm:t>
        <a:bodyPr/>
        <a:lstStyle/>
        <a:p>
          <a:endParaRPr lang="en-US"/>
        </a:p>
      </dgm:t>
    </dgm:pt>
    <dgm:pt modelId="{0FC5B039-DCDC-433D-A64A-BFB7B9F80435}" type="pres">
      <dgm:prSet presAssocID="{5FC6CCCF-3921-4BA3-819D-9560E1EA754E}" presName="vert0" presStyleCnt="0">
        <dgm:presLayoutVars>
          <dgm:dir/>
          <dgm:animOne val="branch"/>
          <dgm:animLvl val="lvl"/>
        </dgm:presLayoutVars>
      </dgm:prSet>
      <dgm:spPr/>
    </dgm:pt>
    <dgm:pt modelId="{92FB0759-A79A-4A94-A551-D53C1A8937A6}" type="pres">
      <dgm:prSet presAssocID="{096BC97D-7C0A-44AB-89F8-B7D188F4B717}" presName="thickLine" presStyleLbl="alignNode1" presStyleIdx="0" presStyleCnt="7"/>
      <dgm:spPr/>
    </dgm:pt>
    <dgm:pt modelId="{87A9F545-DBB2-46B8-97A2-FE8268F901B3}" type="pres">
      <dgm:prSet presAssocID="{096BC97D-7C0A-44AB-89F8-B7D188F4B717}" presName="horz1" presStyleCnt="0"/>
      <dgm:spPr/>
    </dgm:pt>
    <dgm:pt modelId="{2B2A2D37-8C3A-4472-A042-8E3F925911FF}" type="pres">
      <dgm:prSet presAssocID="{096BC97D-7C0A-44AB-89F8-B7D188F4B717}" presName="tx1" presStyleLbl="revTx" presStyleIdx="0" presStyleCnt="7"/>
      <dgm:spPr/>
    </dgm:pt>
    <dgm:pt modelId="{27BF057B-F215-42A7-AA62-03F425851EDC}" type="pres">
      <dgm:prSet presAssocID="{096BC97D-7C0A-44AB-89F8-B7D188F4B717}" presName="vert1" presStyleCnt="0"/>
      <dgm:spPr/>
    </dgm:pt>
    <dgm:pt modelId="{7E2E98AA-3B6C-40A6-B3E1-B5BAE46B15D0}" type="pres">
      <dgm:prSet presAssocID="{6E7E1DC9-F5CE-41E5-BA7F-FBF166F14912}" presName="thickLine" presStyleLbl="alignNode1" presStyleIdx="1" presStyleCnt="7"/>
      <dgm:spPr/>
    </dgm:pt>
    <dgm:pt modelId="{75E612D8-73F0-41FA-9211-10BC67AE7330}" type="pres">
      <dgm:prSet presAssocID="{6E7E1DC9-F5CE-41E5-BA7F-FBF166F14912}" presName="horz1" presStyleCnt="0"/>
      <dgm:spPr/>
    </dgm:pt>
    <dgm:pt modelId="{EE152DE1-D4E6-4578-B606-A5D49D64FFBD}" type="pres">
      <dgm:prSet presAssocID="{6E7E1DC9-F5CE-41E5-BA7F-FBF166F14912}" presName="tx1" presStyleLbl="revTx" presStyleIdx="1" presStyleCnt="7"/>
      <dgm:spPr/>
    </dgm:pt>
    <dgm:pt modelId="{3ED0D80E-CF11-49B8-B748-DBB73A505297}" type="pres">
      <dgm:prSet presAssocID="{6E7E1DC9-F5CE-41E5-BA7F-FBF166F14912}" presName="vert1" presStyleCnt="0"/>
      <dgm:spPr/>
    </dgm:pt>
    <dgm:pt modelId="{D4CDF88A-14A4-4909-BE40-F06A32BA97F8}" type="pres">
      <dgm:prSet presAssocID="{28618F66-6D2C-4E41-8E49-31B7199C5D4D}" presName="thickLine" presStyleLbl="alignNode1" presStyleIdx="2" presStyleCnt="7"/>
      <dgm:spPr/>
    </dgm:pt>
    <dgm:pt modelId="{AFAF8FD1-C935-4888-8FCF-CFCDFFCADF7A}" type="pres">
      <dgm:prSet presAssocID="{28618F66-6D2C-4E41-8E49-31B7199C5D4D}" presName="horz1" presStyleCnt="0"/>
      <dgm:spPr/>
    </dgm:pt>
    <dgm:pt modelId="{399A28BA-F17A-45D8-8A97-1EE67CC1A864}" type="pres">
      <dgm:prSet presAssocID="{28618F66-6D2C-4E41-8E49-31B7199C5D4D}" presName="tx1" presStyleLbl="revTx" presStyleIdx="2" presStyleCnt="7"/>
      <dgm:spPr/>
    </dgm:pt>
    <dgm:pt modelId="{1DAECD62-E0C3-400A-A851-8C47ED731842}" type="pres">
      <dgm:prSet presAssocID="{28618F66-6D2C-4E41-8E49-31B7199C5D4D}" presName="vert1" presStyleCnt="0"/>
      <dgm:spPr/>
    </dgm:pt>
    <dgm:pt modelId="{72D56DD7-8F35-4F97-8143-86002958279B}" type="pres">
      <dgm:prSet presAssocID="{7DBB9C77-E4C7-4F0D-9054-B29EBF0ADD64}" presName="thickLine" presStyleLbl="alignNode1" presStyleIdx="3" presStyleCnt="7"/>
      <dgm:spPr/>
    </dgm:pt>
    <dgm:pt modelId="{2D12D97A-AF79-406A-9C42-B17564D38EB3}" type="pres">
      <dgm:prSet presAssocID="{7DBB9C77-E4C7-4F0D-9054-B29EBF0ADD64}" presName="horz1" presStyleCnt="0"/>
      <dgm:spPr/>
    </dgm:pt>
    <dgm:pt modelId="{3A879C82-10DA-40D2-BEFB-9700381F0EDE}" type="pres">
      <dgm:prSet presAssocID="{7DBB9C77-E4C7-4F0D-9054-B29EBF0ADD64}" presName="tx1" presStyleLbl="revTx" presStyleIdx="3" presStyleCnt="7"/>
      <dgm:spPr/>
    </dgm:pt>
    <dgm:pt modelId="{6FC41DF8-0FD7-46AC-A277-2BADB9442A0D}" type="pres">
      <dgm:prSet presAssocID="{7DBB9C77-E4C7-4F0D-9054-B29EBF0ADD64}" presName="vert1" presStyleCnt="0"/>
      <dgm:spPr/>
    </dgm:pt>
    <dgm:pt modelId="{3BEDDE0B-FE06-42F8-8975-0D7D1F90831C}" type="pres">
      <dgm:prSet presAssocID="{287BA9D1-A405-430E-93B2-DFEA58EE9662}" presName="thickLine" presStyleLbl="alignNode1" presStyleIdx="4" presStyleCnt="7"/>
      <dgm:spPr/>
    </dgm:pt>
    <dgm:pt modelId="{89E78D10-7293-4F02-A0DC-AD0BCAE5BE3A}" type="pres">
      <dgm:prSet presAssocID="{287BA9D1-A405-430E-93B2-DFEA58EE9662}" presName="horz1" presStyleCnt="0"/>
      <dgm:spPr/>
    </dgm:pt>
    <dgm:pt modelId="{86474D48-62EA-4A7B-83E0-D533F91AF094}" type="pres">
      <dgm:prSet presAssocID="{287BA9D1-A405-430E-93B2-DFEA58EE9662}" presName="tx1" presStyleLbl="revTx" presStyleIdx="4" presStyleCnt="7"/>
      <dgm:spPr/>
    </dgm:pt>
    <dgm:pt modelId="{F6359363-4624-4757-9467-6207D799B695}" type="pres">
      <dgm:prSet presAssocID="{287BA9D1-A405-430E-93B2-DFEA58EE9662}" presName="vert1" presStyleCnt="0"/>
      <dgm:spPr/>
    </dgm:pt>
    <dgm:pt modelId="{FBA19F9F-3E64-46A2-9EDD-C15E929AD346}" type="pres">
      <dgm:prSet presAssocID="{E872D2BA-F7B9-4B76-A5B9-73C88445FB92}" presName="thickLine" presStyleLbl="alignNode1" presStyleIdx="5" presStyleCnt="7"/>
      <dgm:spPr/>
    </dgm:pt>
    <dgm:pt modelId="{798F4AFC-8233-40F6-956E-514AE551C8CF}" type="pres">
      <dgm:prSet presAssocID="{E872D2BA-F7B9-4B76-A5B9-73C88445FB92}" presName="horz1" presStyleCnt="0"/>
      <dgm:spPr/>
    </dgm:pt>
    <dgm:pt modelId="{4706F89B-C7FB-4202-98A3-D835E483627D}" type="pres">
      <dgm:prSet presAssocID="{E872D2BA-F7B9-4B76-A5B9-73C88445FB92}" presName="tx1" presStyleLbl="revTx" presStyleIdx="5" presStyleCnt="7"/>
      <dgm:spPr/>
    </dgm:pt>
    <dgm:pt modelId="{B06081CE-AE3B-4CBC-8984-78F29971B724}" type="pres">
      <dgm:prSet presAssocID="{E872D2BA-F7B9-4B76-A5B9-73C88445FB92}" presName="vert1" presStyleCnt="0"/>
      <dgm:spPr/>
    </dgm:pt>
    <dgm:pt modelId="{78864E65-4409-4EF9-AC43-B5AB24E56FEA}" type="pres">
      <dgm:prSet presAssocID="{89307757-BAAB-4EF4-8CB8-CC91B3CFCFF4}" presName="thickLine" presStyleLbl="alignNode1" presStyleIdx="6" presStyleCnt="7"/>
      <dgm:spPr/>
    </dgm:pt>
    <dgm:pt modelId="{A6A3257D-F390-4BFE-A615-BF57175CE38C}" type="pres">
      <dgm:prSet presAssocID="{89307757-BAAB-4EF4-8CB8-CC91B3CFCFF4}" presName="horz1" presStyleCnt="0"/>
      <dgm:spPr/>
    </dgm:pt>
    <dgm:pt modelId="{7F47F7CE-C106-45A0-89F0-18B9BE099B19}" type="pres">
      <dgm:prSet presAssocID="{89307757-BAAB-4EF4-8CB8-CC91B3CFCFF4}" presName="tx1" presStyleLbl="revTx" presStyleIdx="6" presStyleCnt="7"/>
      <dgm:spPr/>
    </dgm:pt>
    <dgm:pt modelId="{BEE7B59E-9B4D-45D8-A3CF-D9DF1ABD51F6}" type="pres">
      <dgm:prSet presAssocID="{89307757-BAAB-4EF4-8CB8-CC91B3CFCFF4}" presName="vert1" presStyleCnt="0"/>
      <dgm:spPr/>
    </dgm:pt>
  </dgm:ptLst>
  <dgm:cxnLst>
    <dgm:cxn modelId="{D3D61601-A156-4520-AFCC-187C8B0389A1}" type="presOf" srcId="{096BC97D-7C0A-44AB-89F8-B7D188F4B717}" destId="{2B2A2D37-8C3A-4472-A042-8E3F925911FF}" srcOrd="0" destOrd="0" presId="urn:microsoft.com/office/officeart/2008/layout/LinedList"/>
    <dgm:cxn modelId="{F2C8B008-AC98-4D3C-A47F-1B7C3075E168}" srcId="{5FC6CCCF-3921-4BA3-819D-9560E1EA754E}" destId="{28618F66-6D2C-4E41-8E49-31B7199C5D4D}" srcOrd="2" destOrd="0" parTransId="{7BCD96CB-3951-426C-9779-139C5FA271A3}" sibTransId="{74B8D7E0-8470-4DF3-AB77-F7D85F51D11D}"/>
    <dgm:cxn modelId="{1662A90E-C433-44AD-A49E-E660DA569971}" type="presOf" srcId="{7DBB9C77-E4C7-4F0D-9054-B29EBF0ADD64}" destId="{3A879C82-10DA-40D2-BEFB-9700381F0EDE}" srcOrd="0" destOrd="0" presId="urn:microsoft.com/office/officeart/2008/layout/LinedList"/>
    <dgm:cxn modelId="{E93FF213-EECE-45A8-961A-B7D742142947}" srcId="{5FC6CCCF-3921-4BA3-819D-9560E1EA754E}" destId="{287BA9D1-A405-430E-93B2-DFEA58EE9662}" srcOrd="4" destOrd="0" parTransId="{C4580711-978D-43AB-95AA-AB8B7FAEAE6C}" sibTransId="{B95A8C5D-9B7E-409C-9FF7-4C1FCA66A792}"/>
    <dgm:cxn modelId="{2EFC0328-69DE-4CC4-9F79-2FE2B9004633}" srcId="{5FC6CCCF-3921-4BA3-819D-9560E1EA754E}" destId="{E872D2BA-F7B9-4B76-A5B9-73C88445FB92}" srcOrd="5" destOrd="0" parTransId="{438FB5CE-5CBA-470A-B4CA-CC84A6A79669}" sibTransId="{EA89D86D-9323-4FCC-B7D5-C5CB18F76E46}"/>
    <dgm:cxn modelId="{7916654F-780D-4BCD-8233-4CFA59F50295}" type="presOf" srcId="{89307757-BAAB-4EF4-8CB8-CC91B3CFCFF4}" destId="{7F47F7CE-C106-45A0-89F0-18B9BE099B19}" srcOrd="0" destOrd="0" presId="urn:microsoft.com/office/officeart/2008/layout/LinedList"/>
    <dgm:cxn modelId="{2D21FF77-49D8-49E0-BA3F-14031D60FB78}" type="presOf" srcId="{28618F66-6D2C-4E41-8E49-31B7199C5D4D}" destId="{399A28BA-F17A-45D8-8A97-1EE67CC1A864}" srcOrd="0" destOrd="0" presId="urn:microsoft.com/office/officeart/2008/layout/LinedList"/>
    <dgm:cxn modelId="{96BEA679-2464-403E-8548-0B2A467D4A02}" srcId="{5FC6CCCF-3921-4BA3-819D-9560E1EA754E}" destId="{7DBB9C77-E4C7-4F0D-9054-B29EBF0ADD64}" srcOrd="3" destOrd="0" parTransId="{E644DFBD-12DF-43B5-8843-665E2E2F9916}" sibTransId="{00656FBF-39E3-4F0B-8CB6-F53F4CBB2F0E}"/>
    <dgm:cxn modelId="{37772F80-D34C-4AB3-AB75-951BAEDF0406}" srcId="{5FC6CCCF-3921-4BA3-819D-9560E1EA754E}" destId="{89307757-BAAB-4EF4-8CB8-CC91B3CFCFF4}" srcOrd="6" destOrd="0" parTransId="{AC9B5145-90AE-43A4-8C92-4C0FA2C94894}" sibTransId="{1B864B31-185F-4038-942F-A5A4C69EFB6E}"/>
    <dgm:cxn modelId="{1B72C2A8-513A-426D-BCD0-DD4072473D01}" type="presOf" srcId="{E872D2BA-F7B9-4B76-A5B9-73C88445FB92}" destId="{4706F89B-C7FB-4202-98A3-D835E483627D}" srcOrd="0" destOrd="0" presId="urn:microsoft.com/office/officeart/2008/layout/LinedList"/>
    <dgm:cxn modelId="{18AADCC1-7627-429C-A079-7C60E5073067}" type="presOf" srcId="{287BA9D1-A405-430E-93B2-DFEA58EE9662}" destId="{86474D48-62EA-4A7B-83E0-D533F91AF094}" srcOrd="0" destOrd="0" presId="urn:microsoft.com/office/officeart/2008/layout/LinedList"/>
    <dgm:cxn modelId="{FDE103CE-6037-4FFE-9398-D3DC671C2475}" srcId="{5FC6CCCF-3921-4BA3-819D-9560E1EA754E}" destId="{6E7E1DC9-F5CE-41E5-BA7F-FBF166F14912}" srcOrd="1" destOrd="0" parTransId="{969B5799-0BE3-4640-9714-295230296979}" sibTransId="{48AA4676-2348-4F5A-AEDD-70F5BE7DBFAE}"/>
    <dgm:cxn modelId="{736707CF-CB5A-4DCE-8D90-577C55CD0A4A}" srcId="{5FC6CCCF-3921-4BA3-819D-9560E1EA754E}" destId="{096BC97D-7C0A-44AB-89F8-B7D188F4B717}" srcOrd="0" destOrd="0" parTransId="{BCE1807A-7158-4518-BC98-270BA26A6200}" sibTransId="{246724EE-6250-437F-9FEC-19D4E4111D61}"/>
    <dgm:cxn modelId="{DEE0FCF0-16F3-478B-8AA4-4465E82EFBD2}" type="presOf" srcId="{5FC6CCCF-3921-4BA3-819D-9560E1EA754E}" destId="{0FC5B039-DCDC-433D-A64A-BFB7B9F80435}" srcOrd="0" destOrd="0" presId="urn:microsoft.com/office/officeart/2008/layout/LinedList"/>
    <dgm:cxn modelId="{D7EEDFF2-E251-43C2-B6A2-EB72CC6C8059}" type="presOf" srcId="{6E7E1DC9-F5CE-41E5-BA7F-FBF166F14912}" destId="{EE152DE1-D4E6-4578-B606-A5D49D64FFBD}" srcOrd="0" destOrd="0" presId="urn:microsoft.com/office/officeart/2008/layout/LinedList"/>
    <dgm:cxn modelId="{C330C0B3-9F6D-432C-8F7F-DA5C199EE870}" type="presParOf" srcId="{0FC5B039-DCDC-433D-A64A-BFB7B9F80435}" destId="{92FB0759-A79A-4A94-A551-D53C1A8937A6}" srcOrd="0" destOrd="0" presId="urn:microsoft.com/office/officeart/2008/layout/LinedList"/>
    <dgm:cxn modelId="{29C14E63-ED64-4930-A7F3-A9C42A85106D}" type="presParOf" srcId="{0FC5B039-DCDC-433D-A64A-BFB7B9F80435}" destId="{87A9F545-DBB2-46B8-97A2-FE8268F901B3}" srcOrd="1" destOrd="0" presId="urn:microsoft.com/office/officeart/2008/layout/LinedList"/>
    <dgm:cxn modelId="{E01673E6-4C9C-4FCF-B6F4-C8C08D55D7B9}" type="presParOf" srcId="{87A9F545-DBB2-46B8-97A2-FE8268F901B3}" destId="{2B2A2D37-8C3A-4472-A042-8E3F925911FF}" srcOrd="0" destOrd="0" presId="urn:microsoft.com/office/officeart/2008/layout/LinedList"/>
    <dgm:cxn modelId="{F89BB951-8708-4B81-AF98-F4D3D5041D52}" type="presParOf" srcId="{87A9F545-DBB2-46B8-97A2-FE8268F901B3}" destId="{27BF057B-F215-42A7-AA62-03F425851EDC}" srcOrd="1" destOrd="0" presId="urn:microsoft.com/office/officeart/2008/layout/LinedList"/>
    <dgm:cxn modelId="{B6A9ACB3-5760-4477-A856-1B304B718465}" type="presParOf" srcId="{0FC5B039-DCDC-433D-A64A-BFB7B9F80435}" destId="{7E2E98AA-3B6C-40A6-B3E1-B5BAE46B15D0}" srcOrd="2" destOrd="0" presId="urn:microsoft.com/office/officeart/2008/layout/LinedList"/>
    <dgm:cxn modelId="{8BD7F797-EAC8-4EB5-A82E-6428A9D4F090}" type="presParOf" srcId="{0FC5B039-DCDC-433D-A64A-BFB7B9F80435}" destId="{75E612D8-73F0-41FA-9211-10BC67AE7330}" srcOrd="3" destOrd="0" presId="urn:microsoft.com/office/officeart/2008/layout/LinedList"/>
    <dgm:cxn modelId="{504FE91B-389E-43D8-9819-0460CF47F5B8}" type="presParOf" srcId="{75E612D8-73F0-41FA-9211-10BC67AE7330}" destId="{EE152DE1-D4E6-4578-B606-A5D49D64FFBD}" srcOrd="0" destOrd="0" presId="urn:microsoft.com/office/officeart/2008/layout/LinedList"/>
    <dgm:cxn modelId="{303337E6-71E4-4AC2-806F-5FA2407BF4E1}" type="presParOf" srcId="{75E612D8-73F0-41FA-9211-10BC67AE7330}" destId="{3ED0D80E-CF11-49B8-B748-DBB73A505297}" srcOrd="1" destOrd="0" presId="urn:microsoft.com/office/officeart/2008/layout/LinedList"/>
    <dgm:cxn modelId="{FDE2E56D-A646-4563-A46B-9DEFEE961441}" type="presParOf" srcId="{0FC5B039-DCDC-433D-A64A-BFB7B9F80435}" destId="{D4CDF88A-14A4-4909-BE40-F06A32BA97F8}" srcOrd="4" destOrd="0" presId="urn:microsoft.com/office/officeart/2008/layout/LinedList"/>
    <dgm:cxn modelId="{84FC7D02-55F2-4ACE-BC6C-992F7877E674}" type="presParOf" srcId="{0FC5B039-DCDC-433D-A64A-BFB7B9F80435}" destId="{AFAF8FD1-C935-4888-8FCF-CFCDFFCADF7A}" srcOrd="5" destOrd="0" presId="urn:microsoft.com/office/officeart/2008/layout/LinedList"/>
    <dgm:cxn modelId="{422D480C-02CA-4F90-9229-3605213B16A1}" type="presParOf" srcId="{AFAF8FD1-C935-4888-8FCF-CFCDFFCADF7A}" destId="{399A28BA-F17A-45D8-8A97-1EE67CC1A864}" srcOrd="0" destOrd="0" presId="urn:microsoft.com/office/officeart/2008/layout/LinedList"/>
    <dgm:cxn modelId="{2FE2FF66-25B9-411B-A85C-17AF174744B3}" type="presParOf" srcId="{AFAF8FD1-C935-4888-8FCF-CFCDFFCADF7A}" destId="{1DAECD62-E0C3-400A-A851-8C47ED731842}" srcOrd="1" destOrd="0" presId="urn:microsoft.com/office/officeart/2008/layout/LinedList"/>
    <dgm:cxn modelId="{ABF55629-2A04-4D37-ABB3-465309B8BFCC}" type="presParOf" srcId="{0FC5B039-DCDC-433D-A64A-BFB7B9F80435}" destId="{72D56DD7-8F35-4F97-8143-86002958279B}" srcOrd="6" destOrd="0" presId="urn:microsoft.com/office/officeart/2008/layout/LinedList"/>
    <dgm:cxn modelId="{045E56A4-EF15-476F-8BE2-D88A579FC506}" type="presParOf" srcId="{0FC5B039-DCDC-433D-A64A-BFB7B9F80435}" destId="{2D12D97A-AF79-406A-9C42-B17564D38EB3}" srcOrd="7" destOrd="0" presId="urn:microsoft.com/office/officeart/2008/layout/LinedList"/>
    <dgm:cxn modelId="{C2C3FEB1-9DB4-471B-8C52-25AB6F733989}" type="presParOf" srcId="{2D12D97A-AF79-406A-9C42-B17564D38EB3}" destId="{3A879C82-10DA-40D2-BEFB-9700381F0EDE}" srcOrd="0" destOrd="0" presId="urn:microsoft.com/office/officeart/2008/layout/LinedList"/>
    <dgm:cxn modelId="{73911BA0-3B84-43BD-9953-D694FA2C41D2}" type="presParOf" srcId="{2D12D97A-AF79-406A-9C42-B17564D38EB3}" destId="{6FC41DF8-0FD7-46AC-A277-2BADB9442A0D}" srcOrd="1" destOrd="0" presId="urn:microsoft.com/office/officeart/2008/layout/LinedList"/>
    <dgm:cxn modelId="{FBF65104-0E76-40FF-9DBA-238371A653DE}" type="presParOf" srcId="{0FC5B039-DCDC-433D-A64A-BFB7B9F80435}" destId="{3BEDDE0B-FE06-42F8-8975-0D7D1F90831C}" srcOrd="8" destOrd="0" presId="urn:microsoft.com/office/officeart/2008/layout/LinedList"/>
    <dgm:cxn modelId="{E1D70572-E147-4DBC-B5A9-D2CF969D22BA}" type="presParOf" srcId="{0FC5B039-DCDC-433D-A64A-BFB7B9F80435}" destId="{89E78D10-7293-4F02-A0DC-AD0BCAE5BE3A}" srcOrd="9" destOrd="0" presId="urn:microsoft.com/office/officeart/2008/layout/LinedList"/>
    <dgm:cxn modelId="{C558CF1D-AD5E-4F8C-80F5-9659389004D8}" type="presParOf" srcId="{89E78D10-7293-4F02-A0DC-AD0BCAE5BE3A}" destId="{86474D48-62EA-4A7B-83E0-D533F91AF094}" srcOrd="0" destOrd="0" presId="urn:microsoft.com/office/officeart/2008/layout/LinedList"/>
    <dgm:cxn modelId="{99C4D289-A724-4E0F-95A1-7847E9A923A8}" type="presParOf" srcId="{89E78D10-7293-4F02-A0DC-AD0BCAE5BE3A}" destId="{F6359363-4624-4757-9467-6207D799B695}" srcOrd="1" destOrd="0" presId="urn:microsoft.com/office/officeart/2008/layout/LinedList"/>
    <dgm:cxn modelId="{630488CC-9286-47C6-98FD-ABA419F6C712}" type="presParOf" srcId="{0FC5B039-DCDC-433D-A64A-BFB7B9F80435}" destId="{FBA19F9F-3E64-46A2-9EDD-C15E929AD346}" srcOrd="10" destOrd="0" presId="urn:microsoft.com/office/officeart/2008/layout/LinedList"/>
    <dgm:cxn modelId="{693BF936-8533-47CC-86CF-BA05F7AAD574}" type="presParOf" srcId="{0FC5B039-DCDC-433D-A64A-BFB7B9F80435}" destId="{798F4AFC-8233-40F6-956E-514AE551C8CF}" srcOrd="11" destOrd="0" presId="urn:microsoft.com/office/officeart/2008/layout/LinedList"/>
    <dgm:cxn modelId="{31001772-28B2-4E0B-950E-3ABEE6C52512}" type="presParOf" srcId="{798F4AFC-8233-40F6-956E-514AE551C8CF}" destId="{4706F89B-C7FB-4202-98A3-D835E483627D}" srcOrd="0" destOrd="0" presId="urn:microsoft.com/office/officeart/2008/layout/LinedList"/>
    <dgm:cxn modelId="{FFF16551-15BB-4838-A5FE-3F2C1B49891F}" type="presParOf" srcId="{798F4AFC-8233-40F6-956E-514AE551C8CF}" destId="{B06081CE-AE3B-4CBC-8984-78F29971B724}" srcOrd="1" destOrd="0" presId="urn:microsoft.com/office/officeart/2008/layout/LinedList"/>
    <dgm:cxn modelId="{D8892B6A-88E2-44E2-820A-3F35123EC33C}" type="presParOf" srcId="{0FC5B039-DCDC-433D-A64A-BFB7B9F80435}" destId="{78864E65-4409-4EF9-AC43-B5AB24E56FEA}" srcOrd="12" destOrd="0" presId="urn:microsoft.com/office/officeart/2008/layout/LinedList"/>
    <dgm:cxn modelId="{6C6F01E3-86D1-4AC4-A299-E20723378BE9}" type="presParOf" srcId="{0FC5B039-DCDC-433D-A64A-BFB7B9F80435}" destId="{A6A3257D-F390-4BFE-A615-BF57175CE38C}" srcOrd="13" destOrd="0" presId="urn:microsoft.com/office/officeart/2008/layout/LinedList"/>
    <dgm:cxn modelId="{AEDCD023-F5CB-4E81-954B-46B58F366E3F}" type="presParOf" srcId="{A6A3257D-F390-4BFE-A615-BF57175CE38C}" destId="{7F47F7CE-C106-45A0-89F0-18B9BE099B19}" srcOrd="0" destOrd="0" presId="urn:microsoft.com/office/officeart/2008/layout/LinedList"/>
    <dgm:cxn modelId="{CEA9E22F-AABE-40BA-8956-F7551ADE4EC2}" type="presParOf" srcId="{A6A3257D-F390-4BFE-A615-BF57175CE38C}" destId="{BEE7B59E-9B4D-45D8-A3CF-D9DF1ABD51F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FB0759-A79A-4A94-A551-D53C1A8937A6}">
      <dsp:nvSpPr>
        <dsp:cNvPr id="0" name=""/>
        <dsp:cNvSpPr/>
      </dsp:nvSpPr>
      <dsp:spPr>
        <a:xfrm>
          <a:off x="0" y="675"/>
          <a:ext cx="6291714"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B2A2D37-8C3A-4472-A042-8E3F925911FF}">
      <dsp:nvSpPr>
        <dsp:cNvPr id="0" name=""/>
        <dsp:cNvSpPr/>
      </dsp:nvSpPr>
      <dsp:spPr>
        <a:xfrm>
          <a:off x="0" y="675"/>
          <a:ext cx="6291714" cy="7899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Evil Empire</a:t>
          </a:r>
        </a:p>
      </dsp:txBody>
      <dsp:txXfrm>
        <a:off x="0" y="675"/>
        <a:ext cx="6291714" cy="789912"/>
      </dsp:txXfrm>
    </dsp:sp>
    <dsp:sp modelId="{7E2E98AA-3B6C-40A6-B3E1-B5BAE46B15D0}">
      <dsp:nvSpPr>
        <dsp:cNvPr id="0" name=""/>
        <dsp:cNvSpPr/>
      </dsp:nvSpPr>
      <dsp:spPr>
        <a:xfrm>
          <a:off x="0" y="790587"/>
          <a:ext cx="6291714" cy="0"/>
        </a:xfrm>
        <a:prstGeom prst="line">
          <a:avLst/>
        </a:prstGeom>
        <a:solidFill>
          <a:schemeClr val="accent5">
            <a:hueOff val="-2025358"/>
            <a:satOff val="-138"/>
            <a:lumOff val="327"/>
            <a:alphaOff val="0"/>
          </a:schemeClr>
        </a:solidFill>
        <a:ln w="19050" cap="flat" cmpd="sng" algn="ctr">
          <a:solidFill>
            <a:schemeClr val="accent5">
              <a:hueOff val="-2025358"/>
              <a:satOff val="-138"/>
              <a:lumOff val="32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E152DE1-D4E6-4578-B606-A5D49D64FFBD}">
      <dsp:nvSpPr>
        <dsp:cNvPr id="0" name=""/>
        <dsp:cNvSpPr/>
      </dsp:nvSpPr>
      <dsp:spPr>
        <a:xfrm>
          <a:off x="0" y="790587"/>
          <a:ext cx="6291714" cy="7899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Party Trick</a:t>
          </a:r>
        </a:p>
      </dsp:txBody>
      <dsp:txXfrm>
        <a:off x="0" y="790587"/>
        <a:ext cx="6291714" cy="789912"/>
      </dsp:txXfrm>
    </dsp:sp>
    <dsp:sp modelId="{D4CDF88A-14A4-4909-BE40-F06A32BA97F8}">
      <dsp:nvSpPr>
        <dsp:cNvPr id="0" name=""/>
        <dsp:cNvSpPr/>
      </dsp:nvSpPr>
      <dsp:spPr>
        <a:xfrm>
          <a:off x="0" y="1580499"/>
          <a:ext cx="6291714" cy="0"/>
        </a:xfrm>
        <a:prstGeom prst="line">
          <a:avLst/>
        </a:prstGeom>
        <a:solidFill>
          <a:schemeClr val="accent5">
            <a:hueOff val="-4050717"/>
            <a:satOff val="-275"/>
            <a:lumOff val="654"/>
            <a:alphaOff val="0"/>
          </a:schemeClr>
        </a:solidFill>
        <a:ln w="19050" cap="flat" cmpd="sng" algn="ctr">
          <a:solidFill>
            <a:schemeClr val="accent5">
              <a:hueOff val="-4050717"/>
              <a:satOff val="-275"/>
              <a:lumOff val="6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9A28BA-F17A-45D8-8A97-1EE67CC1A864}">
      <dsp:nvSpPr>
        <dsp:cNvPr id="0" name=""/>
        <dsp:cNvSpPr/>
      </dsp:nvSpPr>
      <dsp:spPr>
        <a:xfrm>
          <a:off x="0" y="1580499"/>
          <a:ext cx="6291714" cy="7899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Personal Productivity</a:t>
          </a:r>
        </a:p>
      </dsp:txBody>
      <dsp:txXfrm>
        <a:off x="0" y="1580499"/>
        <a:ext cx="6291714" cy="789912"/>
      </dsp:txXfrm>
    </dsp:sp>
    <dsp:sp modelId="{72D56DD7-8F35-4F97-8143-86002958279B}">
      <dsp:nvSpPr>
        <dsp:cNvPr id="0" name=""/>
        <dsp:cNvSpPr/>
      </dsp:nvSpPr>
      <dsp:spPr>
        <a:xfrm>
          <a:off x="0" y="2370411"/>
          <a:ext cx="6291714" cy="0"/>
        </a:xfrm>
        <a:prstGeom prst="line">
          <a:avLst/>
        </a:prstGeom>
        <a:solidFill>
          <a:schemeClr val="accent5">
            <a:hueOff val="-6076075"/>
            <a:satOff val="-413"/>
            <a:lumOff val="981"/>
            <a:alphaOff val="0"/>
          </a:schemeClr>
        </a:solidFill>
        <a:ln w="19050" cap="flat" cmpd="sng" algn="ctr">
          <a:solidFill>
            <a:schemeClr val="accent5">
              <a:hueOff val="-6076075"/>
              <a:satOff val="-413"/>
              <a:lumOff val="98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879C82-10DA-40D2-BEFB-9700381F0EDE}">
      <dsp:nvSpPr>
        <dsp:cNvPr id="0" name=""/>
        <dsp:cNvSpPr/>
      </dsp:nvSpPr>
      <dsp:spPr>
        <a:xfrm>
          <a:off x="0" y="2370411"/>
          <a:ext cx="6291714" cy="7899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Team Productivity</a:t>
          </a:r>
        </a:p>
      </dsp:txBody>
      <dsp:txXfrm>
        <a:off x="0" y="2370411"/>
        <a:ext cx="6291714" cy="789912"/>
      </dsp:txXfrm>
    </dsp:sp>
    <dsp:sp modelId="{3BEDDE0B-FE06-42F8-8975-0D7D1F90831C}">
      <dsp:nvSpPr>
        <dsp:cNvPr id="0" name=""/>
        <dsp:cNvSpPr/>
      </dsp:nvSpPr>
      <dsp:spPr>
        <a:xfrm>
          <a:off x="0" y="3160323"/>
          <a:ext cx="6291714" cy="0"/>
        </a:xfrm>
        <a:prstGeom prst="line">
          <a:avLst/>
        </a:prstGeom>
        <a:solidFill>
          <a:schemeClr val="accent5">
            <a:hueOff val="-8101434"/>
            <a:satOff val="-551"/>
            <a:lumOff val="1307"/>
            <a:alphaOff val="0"/>
          </a:schemeClr>
        </a:solidFill>
        <a:ln w="19050" cap="flat" cmpd="sng" algn="ctr">
          <a:solidFill>
            <a:schemeClr val="accent5">
              <a:hueOff val="-8101434"/>
              <a:satOff val="-551"/>
              <a:lumOff val="130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6474D48-62EA-4A7B-83E0-D533F91AF094}">
      <dsp:nvSpPr>
        <dsp:cNvPr id="0" name=""/>
        <dsp:cNvSpPr/>
      </dsp:nvSpPr>
      <dsp:spPr>
        <a:xfrm>
          <a:off x="0" y="3160323"/>
          <a:ext cx="6291714" cy="7899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Personal Agentic AI</a:t>
          </a:r>
        </a:p>
      </dsp:txBody>
      <dsp:txXfrm>
        <a:off x="0" y="3160323"/>
        <a:ext cx="6291714" cy="789912"/>
      </dsp:txXfrm>
    </dsp:sp>
    <dsp:sp modelId="{FBA19F9F-3E64-46A2-9EDD-C15E929AD346}">
      <dsp:nvSpPr>
        <dsp:cNvPr id="0" name=""/>
        <dsp:cNvSpPr/>
      </dsp:nvSpPr>
      <dsp:spPr>
        <a:xfrm>
          <a:off x="0" y="3950235"/>
          <a:ext cx="6291714" cy="0"/>
        </a:xfrm>
        <a:prstGeom prst="line">
          <a:avLst/>
        </a:prstGeom>
        <a:solidFill>
          <a:schemeClr val="accent5">
            <a:hueOff val="-10126791"/>
            <a:satOff val="-688"/>
            <a:lumOff val="1634"/>
            <a:alphaOff val="0"/>
          </a:schemeClr>
        </a:solidFill>
        <a:ln w="19050" cap="flat" cmpd="sng" algn="ctr">
          <a:solidFill>
            <a:schemeClr val="accent5">
              <a:hueOff val="-10126791"/>
              <a:satOff val="-688"/>
              <a:lumOff val="163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706F89B-C7FB-4202-98A3-D835E483627D}">
      <dsp:nvSpPr>
        <dsp:cNvPr id="0" name=""/>
        <dsp:cNvSpPr/>
      </dsp:nvSpPr>
      <dsp:spPr>
        <a:xfrm>
          <a:off x="0" y="3950235"/>
          <a:ext cx="6291714" cy="7899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Enterprise Process Embedded</a:t>
          </a:r>
        </a:p>
      </dsp:txBody>
      <dsp:txXfrm>
        <a:off x="0" y="3950235"/>
        <a:ext cx="6291714" cy="789912"/>
      </dsp:txXfrm>
    </dsp:sp>
    <dsp:sp modelId="{78864E65-4409-4EF9-AC43-B5AB24E56FEA}">
      <dsp:nvSpPr>
        <dsp:cNvPr id="0" name=""/>
        <dsp:cNvSpPr/>
      </dsp:nvSpPr>
      <dsp:spPr>
        <a:xfrm>
          <a:off x="0" y="4740147"/>
          <a:ext cx="6291714" cy="0"/>
        </a:xfrm>
        <a:prstGeom prst="line">
          <a:avLst/>
        </a:prstGeom>
        <a:solidFill>
          <a:schemeClr val="accent5">
            <a:hueOff val="-12152150"/>
            <a:satOff val="-826"/>
            <a:lumOff val="1961"/>
            <a:alphaOff val="0"/>
          </a:schemeClr>
        </a:solidFill>
        <a:ln w="19050" cap="flat" cmpd="sng" algn="ctr">
          <a:solidFill>
            <a:schemeClr val="accent5">
              <a:hueOff val="-12152150"/>
              <a:satOff val="-826"/>
              <a:lumOff val="196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F47F7CE-C106-45A0-89F0-18B9BE099B19}">
      <dsp:nvSpPr>
        <dsp:cNvPr id="0" name=""/>
        <dsp:cNvSpPr/>
      </dsp:nvSpPr>
      <dsp:spPr>
        <a:xfrm>
          <a:off x="0" y="4740147"/>
          <a:ext cx="6291714" cy="7899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Enterprise Agentic AI</a:t>
          </a:r>
        </a:p>
      </dsp:txBody>
      <dsp:txXfrm>
        <a:off x="0" y="4740147"/>
        <a:ext cx="6291714" cy="789912"/>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EB00D6-CD64-4A3A-A355-9CEED9E43D5F}" type="datetimeFigureOut">
              <a:rPr lang="de-CH" smtClean="0"/>
              <a:t>03.12.2025</a:t>
            </a:fld>
            <a:endParaRPr lang="de-CH"/>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DB1513-4C76-4044-9D99-593236FF978D}" type="slidenum">
              <a:rPr lang="de-CH" smtClean="0"/>
              <a:t>‹#›</a:t>
            </a:fld>
            <a:endParaRPr lang="de-CH"/>
          </a:p>
        </p:txBody>
      </p:sp>
    </p:spTree>
    <p:extLst>
      <p:ext uri="{BB962C8B-B14F-4D97-AF65-F5344CB8AC3E}">
        <p14:creationId xmlns:p14="http://schemas.microsoft.com/office/powerpoint/2010/main" val="35900224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einfa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77E8CE8-4EC0-42BF-97CC-F511DECC74AC}"/>
              </a:ext>
            </a:extLst>
          </p:cNvPr>
          <p:cNvSpPr>
            <a:spLocks noGrp="1"/>
          </p:cNvSpPr>
          <p:nvPr>
            <p:ph type="ctrTitle"/>
          </p:nvPr>
        </p:nvSpPr>
        <p:spPr>
          <a:xfrm>
            <a:off x="1524000" y="1589086"/>
            <a:ext cx="9144000" cy="2387600"/>
          </a:xfrm>
        </p:spPr>
        <p:txBody>
          <a:bodyPr anchor="ctr">
            <a:normAutofit/>
          </a:bodyPr>
          <a:lstStyle>
            <a:lvl1pPr algn="ctr">
              <a:defRPr sz="4400"/>
            </a:lvl1pPr>
          </a:lstStyle>
          <a:p>
            <a:r>
              <a:rPr lang="de-DE"/>
              <a:t>Mastertitelformat bearbeiten</a:t>
            </a:r>
            <a:endParaRPr lang="de-CH" dirty="0"/>
          </a:p>
        </p:txBody>
      </p:sp>
      <p:sp>
        <p:nvSpPr>
          <p:cNvPr id="3" name="Untertitel 2">
            <a:extLst>
              <a:ext uri="{FF2B5EF4-FFF2-40B4-BE49-F238E27FC236}">
                <a16:creationId xmlns:a16="http://schemas.microsoft.com/office/drawing/2014/main" id="{DC84E6D7-240D-4A47-9FFC-E0A24F94200F}"/>
              </a:ext>
            </a:extLst>
          </p:cNvPr>
          <p:cNvSpPr>
            <a:spLocks noGrp="1"/>
          </p:cNvSpPr>
          <p:nvPr>
            <p:ph type="subTitle" idx="1"/>
          </p:nvPr>
        </p:nvSpPr>
        <p:spPr>
          <a:xfrm>
            <a:off x="1524000" y="4059236"/>
            <a:ext cx="9144000" cy="1655762"/>
          </a:xfrm>
        </p:spPr>
        <p:txBody>
          <a:bodyPr>
            <a:normAutofit/>
          </a:bodyPr>
          <a:lstStyle>
            <a:lvl1pPr marL="0" indent="0" algn="ctr">
              <a:buNone/>
              <a:defRPr sz="2800">
                <a:solidFill>
                  <a:srgbClr val="003DA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CH" dirty="0"/>
          </a:p>
        </p:txBody>
      </p:sp>
      <p:pic>
        <p:nvPicPr>
          <p:cNvPr id="9" name="Grafik 8">
            <a:extLst>
              <a:ext uri="{FF2B5EF4-FFF2-40B4-BE49-F238E27FC236}">
                <a16:creationId xmlns:a16="http://schemas.microsoft.com/office/drawing/2014/main" id="{B55F0298-93A1-43E7-B6E3-A59F986FFE54}"/>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15320" y="1357"/>
            <a:ext cx="1687554" cy="1369213"/>
          </a:xfrm>
          <a:prstGeom prst="rect">
            <a:avLst/>
          </a:prstGeom>
        </p:spPr>
      </p:pic>
    </p:spTree>
    <p:extLst>
      <p:ext uri="{BB962C8B-B14F-4D97-AF65-F5344CB8AC3E}">
        <p14:creationId xmlns:p14="http://schemas.microsoft.com/office/powerpoint/2010/main" val="40523476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 Bild recht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77E8CE8-4EC0-42BF-97CC-F511DECC74AC}"/>
              </a:ext>
            </a:extLst>
          </p:cNvPr>
          <p:cNvSpPr>
            <a:spLocks noGrp="1"/>
          </p:cNvSpPr>
          <p:nvPr>
            <p:ph type="ctrTitle"/>
          </p:nvPr>
        </p:nvSpPr>
        <p:spPr>
          <a:xfrm>
            <a:off x="436546" y="1544916"/>
            <a:ext cx="5659453" cy="3309936"/>
          </a:xfrm>
        </p:spPr>
        <p:txBody>
          <a:bodyPr anchor="ctr">
            <a:normAutofit/>
          </a:bodyPr>
          <a:lstStyle>
            <a:lvl1pPr algn="ctr">
              <a:defRPr sz="4400"/>
            </a:lvl1pPr>
          </a:lstStyle>
          <a:p>
            <a:r>
              <a:rPr lang="de-DE"/>
              <a:t>Mastertitelformat bearbeiten</a:t>
            </a:r>
            <a:endParaRPr lang="de-CH" dirty="0"/>
          </a:p>
        </p:txBody>
      </p:sp>
      <p:sp>
        <p:nvSpPr>
          <p:cNvPr id="3" name="Untertitel 2">
            <a:extLst>
              <a:ext uri="{FF2B5EF4-FFF2-40B4-BE49-F238E27FC236}">
                <a16:creationId xmlns:a16="http://schemas.microsoft.com/office/drawing/2014/main" id="{DC84E6D7-240D-4A47-9FFC-E0A24F94200F}"/>
              </a:ext>
            </a:extLst>
          </p:cNvPr>
          <p:cNvSpPr>
            <a:spLocks noGrp="1"/>
          </p:cNvSpPr>
          <p:nvPr>
            <p:ph type="subTitle" idx="1"/>
          </p:nvPr>
        </p:nvSpPr>
        <p:spPr>
          <a:xfrm>
            <a:off x="436547" y="5029199"/>
            <a:ext cx="5659452" cy="1228725"/>
          </a:xfrm>
        </p:spPr>
        <p:txBody>
          <a:bodyPr>
            <a:normAutofit/>
          </a:bodyPr>
          <a:lstStyle>
            <a:lvl1pPr marL="0" indent="0" algn="ctr">
              <a:buNone/>
              <a:defRPr sz="2400">
                <a:solidFill>
                  <a:srgbClr val="003DA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CH" dirty="0"/>
          </a:p>
        </p:txBody>
      </p:sp>
      <p:sp>
        <p:nvSpPr>
          <p:cNvPr id="5" name="Bildplatzhalter 4">
            <a:extLst>
              <a:ext uri="{FF2B5EF4-FFF2-40B4-BE49-F238E27FC236}">
                <a16:creationId xmlns:a16="http://schemas.microsoft.com/office/drawing/2014/main" id="{A93DF7A0-F6B9-4F5C-B713-0AE6C7FE5915}"/>
              </a:ext>
            </a:extLst>
          </p:cNvPr>
          <p:cNvSpPr>
            <a:spLocks noGrp="1"/>
          </p:cNvSpPr>
          <p:nvPr>
            <p:ph type="pic" sz="quarter" idx="10"/>
          </p:nvPr>
        </p:nvSpPr>
        <p:spPr>
          <a:xfrm>
            <a:off x="6532546" y="0"/>
            <a:ext cx="5659453" cy="6858000"/>
          </a:xfrm>
        </p:spPr>
        <p:txBody>
          <a:bodyPr/>
          <a:lstStyle/>
          <a:p>
            <a:r>
              <a:rPr lang="de-DE"/>
              <a:t>Bild durch Klicken auf Symbol hinzufügen</a:t>
            </a:r>
            <a:endParaRPr lang="de-CH"/>
          </a:p>
        </p:txBody>
      </p:sp>
      <p:pic>
        <p:nvPicPr>
          <p:cNvPr id="6" name="Grafik 5">
            <a:extLst>
              <a:ext uri="{FF2B5EF4-FFF2-40B4-BE49-F238E27FC236}">
                <a16:creationId xmlns:a16="http://schemas.microsoft.com/office/drawing/2014/main" id="{AF265D59-3E54-4AB3-A2AC-BEEBF3E2748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15320" y="1357"/>
            <a:ext cx="1687554" cy="1369213"/>
          </a:xfrm>
          <a:prstGeom prst="rect">
            <a:avLst/>
          </a:prstGeom>
        </p:spPr>
      </p:pic>
    </p:spTree>
    <p:extLst>
      <p:ext uri="{BB962C8B-B14F-4D97-AF65-F5344CB8AC3E}">
        <p14:creationId xmlns:p14="http://schemas.microsoft.com/office/powerpoint/2010/main" val="41045144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el Bild Spezial">
    <p:spTree>
      <p:nvGrpSpPr>
        <p:cNvPr id="1" name=""/>
        <p:cNvGrpSpPr/>
        <p:nvPr/>
      </p:nvGrpSpPr>
      <p:grpSpPr>
        <a:xfrm>
          <a:off x="0" y="0"/>
          <a:ext cx="0" cy="0"/>
          <a:chOff x="0" y="0"/>
          <a:chExt cx="0" cy="0"/>
        </a:xfrm>
      </p:grpSpPr>
      <p:sp>
        <p:nvSpPr>
          <p:cNvPr id="15" name="Bildplatzhalter 14">
            <a:extLst>
              <a:ext uri="{FF2B5EF4-FFF2-40B4-BE49-F238E27FC236}">
                <a16:creationId xmlns:a16="http://schemas.microsoft.com/office/drawing/2014/main" id="{09DF8E53-994E-4DEB-8E44-04C1C0262051}"/>
              </a:ext>
            </a:extLst>
          </p:cNvPr>
          <p:cNvSpPr>
            <a:spLocks noGrp="1"/>
          </p:cNvSpPr>
          <p:nvPr>
            <p:ph type="pic" sz="quarter" idx="10"/>
          </p:nvPr>
        </p:nvSpPr>
        <p:spPr>
          <a:xfrm>
            <a:off x="7330205" y="0"/>
            <a:ext cx="4861795" cy="6858000"/>
          </a:xfrm>
          <a:custGeom>
            <a:avLst/>
            <a:gdLst>
              <a:gd name="connsiteX0" fmla="*/ 0 w 4093436"/>
              <a:gd name="connsiteY0" fmla="*/ 2642226 h 4215251"/>
              <a:gd name="connsiteX1" fmla="*/ 2161209 w 4093436"/>
              <a:gd name="connsiteY1" fmla="*/ 2642226 h 4215251"/>
              <a:gd name="connsiteX2" fmla="*/ 2161209 w 4093436"/>
              <a:gd name="connsiteY2" fmla="*/ 4215251 h 4215251"/>
              <a:gd name="connsiteX3" fmla="*/ 0 w 4093436"/>
              <a:gd name="connsiteY3" fmla="*/ 4215251 h 4215251"/>
              <a:gd name="connsiteX4" fmla="*/ 2291462 w 4093436"/>
              <a:gd name="connsiteY4" fmla="*/ 2639890 h 4215251"/>
              <a:gd name="connsiteX5" fmla="*/ 3574681 w 4093436"/>
              <a:gd name="connsiteY5" fmla="*/ 2639890 h 4215251"/>
              <a:gd name="connsiteX6" fmla="*/ 3574681 w 4093436"/>
              <a:gd name="connsiteY6" fmla="*/ 3432245 h 4215251"/>
              <a:gd name="connsiteX7" fmla="*/ 2291462 w 4093436"/>
              <a:gd name="connsiteY7" fmla="*/ 3432245 h 4215251"/>
              <a:gd name="connsiteX8" fmla="*/ 228075 w 4093436"/>
              <a:gd name="connsiteY8" fmla="*/ 1773324 h 4215251"/>
              <a:gd name="connsiteX9" fmla="*/ 1511293 w 4093436"/>
              <a:gd name="connsiteY9" fmla="*/ 1773324 h 4215251"/>
              <a:gd name="connsiteX10" fmla="*/ 1511293 w 4093436"/>
              <a:gd name="connsiteY10" fmla="*/ 2565679 h 4215251"/>
              <a:gd name="connsiteX11" fmla="*/ 228075 w 4093436"/>
              <a:gd name="connsiteY11" fmla="*/ 2565679 h 4215251"/>
              <a:gd name="connsiteX12" fmla="*/ 1571596 w 4093436"/>
              <a:gd name="connsiteY12" fmla="*/ 905589 h 4215251"/>
              <a:gd name="connsiteX13" fmla="*/ 4093436 w 4093436"/>
              <a:gd name="connsiteY13" fmla="*/ 905589 h 4215251"/>
              <a:gd name="connsiteX14" fmla="*/ 4093436 w 4093436"/>
              <a:gd name="connsiteY14" fmla="*/ 2546396 h 4215251"/>
              <a:gd name="connsiteX15" fmla="*/ 1571596 w 4093436"/>
              <a:gd name="connsiteY15" fmla="*/ 2546396 h 4215251"/>
              <a:gd name="connsiteX16" fmla="*/ 663050 w 4093436"/>
              <a:gd name="connsiteY16" fmla="*/ 905589 h 4215251"/>
              <a:gd name="connsiteX17" fmla="*/ 1498159 w 4093436"/>
              <a:gd name="connsiteY17" fmla="*/ 905589 h 4215251"/>
              <a:gd name="connsiteX18" fmla="*/ 1498159 w 4093436"/>
              <a:gd name="connsiteY18" fmla="*/ 1696777 h 4215251"/>
              <a:gd name="connsiteX19" fmla="*/ 663050 w 4093436"/>
              <a:gd name="connsiteY19" fmla="*/ 1696777 h 4215251"/>
              <a:gd name="connsiteX20" fmla="*/ 1571596 w 4093436"/>
              <a:gd name="connsiteY20" fmla="*/ 0 h 4215251"/>
              <a:gd name="connsiteX21" fmla="*/ 2735820 w 4093436"/>
              <a:gd name="connsiteY21" fmla="*/ 0 h 4215251"/>
              <a:gd name="connsiteX22" fmla="*/ 2735820 w 4093436"/>
              <a:gd name="connsiteY22" fmla="*/ 823783 h 4215251"/>
              <a:gd name="connsiteX23" fmla="*/ 1571596 w 4093436"/>
              <a:gd name="connsiteY23" fmla="*/ 823783 h 4215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093436" h="4215251">
                <a:moveTo>
                  <a:pt x="0" y="2642226"/>
                </a:moveTo>
                <a:lnTo>
                  <a:pt x="2161209" y="2642226"/>
                </a:lnTo>
                <a:lnTo>
                  <a:pt x="2161209" y="4215251"/>
                </a:lnTo>
                <a:lnTo>
                  <a:pt x="0" y="4215251"/>
                </a:lnTo>
                <a:close/>
                <a:moveTo>
                  <a:pt x="2291462" y="2639890"/>
                </a:moveTo>
                <a:lnTo>
                  <a:pt x="3574681" y="2639890"/>
                </a:lnTo>
                <a:lnTo>
                  <a:pt x="3574681" y="3432245"/>
                </a:lnTo>
                <a:lnTo>
                  <a:pt x="2291462" y="3432245"/>
                </a:lnTo>
                <a:close/>
                <a:moveTo>
                  <a:pt x="228075" y="1773324"/>
                </a:moveTo>
                <a:lnTo>
                  <a:pt x="1511293" y="1773324"/>
                </a:lnTo>
                <a:lnTo>
                  <a:pt x="1511293" y="2565679"/>
                </a:lnTo>
                <a:lnTo>
                  <a:pt x="228075" y="2565679"/>
                </a:lnTo>
                <a:close/>
                <a:moveTo>
                  <a:pt x="1571596" y="905589"/>
                </a:moveTo>
                <a:lnTo>
                  <a:pt x="4093436" y="905589"/>
                </a:lnTo>
                <a:lnTo>
                  <a:pt x="4093436" y="2546396"/>
                </a:lnTo>
                <a:lnTo>
                  <a:pt x="1571596" y="2546396"/>
                </a:lnTo>
                <a:close/>
                <a:moveTo>
                  <a:pt x="663050" y="905589"/>
                </a:moveTo>
                <a:lnTo>
                  <a:pt x="1498159" y="905589"/>
                </a:lnTo>
                <a:lnTo>
                  <a:pt x="1498159" y="1696777"/>
                </a:lnTo>
                <a:lnTo>
                  <a:pt x="663050" y="1696777"/>
                </a:lnTo>
                <a:close/>
                <a:moveTo>
                  <a:pt x="1571596" y="0"/>
                </a:moveTo>
                <a:lnTo>
                  <a:pt x="2735820" y="0"/>
                </a:lnTo>
                <a:lnTo>
                  <a:pt x="2735820" y="823783"/>
                </a:lnTo>
                <a:lnTo>
                  <a:pt x="1571596" y="823783"/>
                </a:lnTo>
                <a:close/>
              </a:path>
            </a:pathLst>
          </a:custGeom>
        </p:spPr>
        <p:txBody>
          <a:bodyPr wrap="square">
            <a:noAutofit/>
          </a:bodyPr>
          <a:lstStyle/>
          <a:p>
            <a:r>
              <a:rPr lang="de-DE"/>
              <a:t>Bild durch Klicken auf Symbol hinzufügen</a:t>
            </a:r>
            <a:endParaRPr lang="de-CH" dirty="0"/>
          </a:p>
        </p:txBody>
      </p:sp>
      <p:sp>
        <p:nvSpPr>
          <p:cNvPr id="2" name="Titel 1">
            <a:extLst>
              <a:ext uri="{FF2B5EF4-FFF2-40B4-BE49-F238E27FC236}">
                <a16:creationId xmlns:a16="http://schemas.microsoft.com/office/drawing/2014/main" id="{B77E8CE8-4EC0-42BF-97CC-F511DECC74AC}"/>
              </a:ext>
            </a:extLst>
          </p:cNvPr>
          <p:cNvSpPr>
            <a:spLocks noGrp="1"/>
          </p:cNvSpPr>
          <p:nvPr>
            <p:ph type="ctrTitle"/>
          </p:nvPr>
        </p:nvSpPr>
        <p:spPr>
          <a:xfrm>
            <a:off x="436548" y="1541720"/>
            <a:ext cx="6690646" cy="2753833"/>
          </a:xfrm>
        </p:spPr>
        <p:txBody>
          <a:bodyPr anchor="ctr">
            <a:normAutofit/>
          </a:bodyPr>
          <a:lstStyle>
            <a:lvl1pPr algn="ctr">
              <a:defRPr sz="4400"/>
            </a:lvl1pPr>
          </a:lstStyle>
          <a:p>
            <a:r>
              <a:rPr lang="de-DE"/>
              <a:t>Mastertitelformat bearbeiten</a:t>
            </a:r>
            <a:endParaRPr lang="de-CH" dirty="0"/>
          </a:p>
        </p:txBody>
      </p:sp>
      <p:sp>
        <p:nvSpPr>
          <p:cNvPr id="3" name="Untertitel 2">
            <a:extLst>
              <a:ext uri="{FF2B5EF4-FFF2-40B4-BE49-F238E27FC236}">
                <a16:creationId xmlns:a16="http://schemas.microsoft.com/office/drawing/2014/main" id="{DC84E6D7-240D-4A47-9FFC-E0A24F94200F}"/>
              </a:ext>
            </a:extLst>
          </p:cNvPr>
          <p:cNvSpPr>
            <a:spLocks noGrp="1"/>
          </p:cNvSpPr>
          <p:nvPr>
            <p:ph type="subTitle" idx="1"/>
          </p:nvPr>
        </p:nvSpPr>
        <p:spPr>
          <a:xfrm>
            <a:off x="436548" y="4482137"/>
            <a:ext cx="6690645" cy="179107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CH" dirty="0"/>
          </a:p>
        </p:txBody>
      </p:sp>
      <p:pic>
        <p:nvPicPr>
          <p:cNvPr id="6" name="Grafik 5">
            <a:extLst>
              <a:ext uri="{FF2B5EF4-FFF2-40B4-BE49-F238E27FC236}">
                <a16:creationId xmlns:a16="http://schemas.microsoft.com/office/drawing/2014/main" id="{8D6A7AA4-4321-4FC2-BB77-8CC6370AD44D}"/>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15320" y="1357"/>
            <a:ext cx="1687554" cy="1369213"/>
          </a:xfrm>
          <a:prstGeom prst="rect">
            <a:avLst/>
          </a:prstGeom>
        </p:spPr>
      </p:pic>
      <p:sp>
        <p:nvSpPr>
          <p:cNvPr id="7" name="Rechteck 6">
            <a:extLst>
              <a:ext uri="{FF2B5EF4-FFF2-40B4-BE49-F238E27FC236}">
                <a16:creationId xmlns:a16="http://schemas.microsoft.com/office/drawing/2014/main" id="{3D2FED3E-1C93-4C4A-B5A1-71324613B761}"/>
              </a:ext>
            </a:extLst>
          </p:cNvPr>
          <p:cNvSpPr/>
          <p:nvPr userDrawn="1"/>
        </p:nvSpPr>
        <p:spPr>
          <a:xfrm>
            <a:off x="515320" y="0"/>
            <a:ext cx="1687554" cy="136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Tree>
    <p:extLst>
      <p:ext uri="{BB962C8B-B14F-4D97-AF65-F5344CB8AC3E}">
        <p14:creationId xmlns:p14="http://schemas.microsoft.com/office/powerpoint/2010/main" val="2246365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 Bild vollflächig">
    <p:spTree>
      <p:nvGrpSpPr>
        <p:cNvPr id="1" name=""/>
        <p:cNvGrpSpPr/>
        <p:nvPr/>
      </p:nvGrpSpPr>
      <p:grpSpPr>
        <a:xfrm>
          <a:off x="0" y="0"/>
          <a:ext cx="0" cy="0"/>
          <a:chOff x="0" y="0"/>
          <a:chExt cx="0" cy="0"/>
        </a:xfrm>
      </p:grpSpPr>
      <p:sp>
        <p:nvSpPr>
          <p:cNvPr id="13" name="Bildplatzhalter 12">
            <a:extLst>
              <a:ext uri="{FF2B5EF4-FFF2-40B4-BE49-F238E27FC236}">
                <a16:creationId xmlns:a16="http://schemas.microsoft.com/office/drawing/2014/main" id="{AC64D27F-C2B0-4FC8-8C2C-E28C4246B677}"/>
              </a:ext>
            </a:extLst>
          </p:cNvPr>
          <p:cNvSpPr>
            <a:spLocks noGrp="1"/>
          </p:cNvSpPr>
          <p:nvPr>
            <p:ph type="pic" sz="quarter" idx="10"/>
          </p:nvPr>
        </p:nvSpPr>
        <p:spPr>
          <a:xfrm>
            <a:off x="0" y="0"/>
            <a:ext cx="12192000" cy="6858000"/>
          </a:xfrm>
          <a:custGeom>
            <a:avLst/>
            <a:gdLst>
              <a:gd name="connsiteX0" fmla="*/ 0 w 12192000"/>
              <a:gd name="connsiteY0" fmla="*/ 0 h 6858000"/>
              <a:gd name="connsiteX1" fmla="*/ 514800 w 12192000"/>
              <a:gd name="connsiteY1" fmla="*/ 0 h 6858000"/>
              <a:gd name="connsiteX2" fmla="*/ 514800 w 12192000"/>
              <a:gd name="connsiteY2" fmla="*/ 1368000 h 6858000"/>
              <a:gd name="connsiteX3" fmla="*/ 2203200 w 12192000"/>
              <a:gd name="connsiteY3" fmla="*/ 1368000 h 6858000"/>
              <a:gd name="connsiteX4" fmla="*/ 220320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0" y="0"/>
                </a:moveTo>
                <a:lnTo>
                  <a:pt x="514800" y="0"/>
                </a:lnTo>
                <a:lnTo>
                  <a:pt x="514800" y="1368000"/>
                </a:lnTo>
                <a:lnTo>
                  <a:pt x="2203200" y="1368000"/>
                </a:lnTo>
                <a:lnTo>
                  <a:pt x="2203200" y="0"/>
                </a:lnTo>
                <a:lnTo>
                  <a:pt x="12192000" y="0"/>
                </a:lnTo>
                <a:lnTo>
                  <a:pt x="12192000" y="6858000"/>
                </a:lnTo>
                <a:lnTo>
                  <a:pt x="0" y="6858000"/>
                </a:lnTo>
                <a:close/>
              </a:path>
            </a:pathLst>
          </a:custGeom>
        </p:spPr>
        <p:txBody>
          <a:bodyPr wrap="square">
            <a:noAutofit/>
          </a:bodyPr>
          <a:lstStyle/>
          <a:p>
            <a:r>
              <a:rPr lang="de-DE"/>
              <a:t>Bild durch Klicken auf Symbol hinzufügen</a:t>
            </a:r>
            <a:endParaRPr lang="de-CH"/>
          </a:p>
        </p:txBody>
      </p:sp>
      <p:pic>
        <p:nvPicPr>
          <p:cNvPr id="6" name="Grafik 5">
            <a:extLst>
              <a:ext uri="{FF2B5EF4-FFF2-40B4-BE49-F238E27FC236}">
                <a16:creationId xmlns:a16="http://schemas.microsoft.com/office/drawing/2014/main" id="{F44186AC-7C25-4291-BCA4-78632FA0DDA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15320" y="1357"/>
            <a:ext cx="1687554" cy="1369213"/>
          </a:xfrm>
          <a:prstGeom prst="rect">
            <a:avLst/>
          </a:prstGeom>
        </p:spPr>
      </p:pic>
      <p:sp>
        <p:nvSpPr>
          <p:cNvPr id="3" name="Titel 2">
            <a:extLst>
              <a:ext uri="{FF2B5EF4-FFF2-40B4-BE49-F238E27FC236}">
                <a16:creationId xmlns:a16="http://schemas.microsoft.com/office/drawing/2014/main" id="{BAA58139-E55E-4F59-8364-7B2CB5348697}"/>
              </a:ext>
            </a:extLst>
          </p:cNvPr>
          <p:cNvSpPr>
            <a:spLocks noGrp="1"/>
          </p:cNvSpPr>
          <p:nvPr>
            <p:ph type="title"/>
          </p:nvPr>
        </p:nvSpPr>
        <p:spPr>
          <a:xfrm>
            <a:off x="349103" y="4182213"/>
            <a:ext cx="10515600" cy="1325563"/>
          </a:xfrm>
          <a:solidFill>
            <a:schemeClr val="bg1">
              <a:alpha val="60000"/>
            </a:schemeClr>
          </a:solidFill>
        </p:spPr>
        <p:txBody>
          <a:bodyPr>
            <a:normAutofit/>
          </a:bodyPr>
          <a:lstStyle>
            <a:lvl1pPr>
              <a:defRPr sz="2800"/>
            </a:lvl1pPr>
          </a:lstStyle>
          <a:p>
            <a:r>
              <a:rPr lang="de-DE"/>
              <a:t>Mastertitelformat bearbeiten</a:t>
            </a:r>
            <a:endParaRPr lang="de-CH" dirty="0"/>
          </a:p>
        </p:txBody>
      </p:sp>
    </p:spTree>
    <p:extLst>
      <p:ext uri="{BB962C8B-B14F-4D97-AF65-F5344CB8AC3E}">
        <p14:creationId xmlns:p14="http://schemas.microsoft.com/office/powerpoint/2010/main" val="6057726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bschnitt Bild vollflächig">
    <p:spTree>
      <p:nvGrpSpPr>
        <p:cNvPr id="1" name=""/>
        <p:cNvGrpSpPr/>
        <p:nvPr/>
      </p:nvGrpSpPr>
      <p:grpSpPr>
        <a:xfrm>
          <a:off x="0" y="0"/>
          <a:ext cx="0" cy="0"/>
          <a:chOff x="0" y="0"/>
          <a:chExt cx="0" cy="0"/>
        </a:xfrm>
      </p:grpSpPr>
      <p:sp>
        <p:nvSpPr>
          <p:cNvPr id="13" name="Bildplatzhalter 12">
            <a:extLst>
              <a:ext uri="{FF2B5EF4-FFF2-40B4-BE49-F238E27FC236}">
                <a16:creationId xmlns:a16="http://schemas.microsoft.com/office/drawing/2014/main" id="{4EFA4214-F565-4AAE-98C2-43348182E766}"/>
              </a:ext>
            </a:extLst>
          </p:cNvPr>
          <p:cNvSpPr>
            <a:spLocks noGrp="1"/>
          </p:cNvSpPr>
          <p:nvPr>
            <p:ph type="pic" sz="quarter" idx="13"/>
          </p:nvPr>
        </p:nvSpPr>
        <p:spPr>
          <a:xfrm>
            <a:off x="0" y="0"/>
            <a:ext cx="12192000" cy="6191259"/>
          </a:xfrm>
          <a:custGeom>
            <a:avLst/>
            <a:gdLst>
              <a:gd name="connsiteX0" fmla="*/ 0 w 12192000"/>
              <a:gd name="connsiteY0" fmla="*/ 0 h 6219825"/>
              <a:gd name="connsiteX1" fmla="*/ 12192000 w 12192000"/>
              <a:gd name="connsiteY1" fmla="*/ 0 h 6219825"/>
              <a:gd name="connsiteX2" fmla="*/ 12192000 w 12192000"/>
              <a:gd name="connsiteY2" fmla="*/ 6219825 h 6219825"/>
              <a:gd name="connsiteX3" fmla="*/ 0 w 12192000"/>
              <a:gd name="connsiteY3" fmla="*/ 6219825 h 6219825"/>
            </a:gdLst>
            <a:ahLst/>
            <a:cxnLst>
              <a:cxn ang="0">
                <a:pos x="connsiteX0" y="connsiteY0"/>
              </a:cxn>
              <a:cxn ang="0">
                <a:pos x="connsiteX1" y="connsiteY1"/>
              </a:cxn>
              <a:cxn ang="0">
                <a:pos x="connsiteX2" y="connsiteY2"/>
              </a:cxn>
              <a:cxn ang="0">
                <a:pos x="connsiteX3" y="connsiteY3"/>
              </a:cxn>
            </a:cxnLst>
            <a:rect l="l" t="t" r="r" b="b"/>
            <a:pathLst>
              <a:path w="12192000" h="6219825">
                <a:moveTo>
                  <a:pt x="0" y="0"/>
                </a:moveTo>
                <a:lnTo>
                  <a:pt x="12192000" y="0"/>
                </a:lnTo>
                <a:lnTo>
                  <a:pt x="12192000" y="6219825"/>
                </a:lnTo>
                <a:lnTo>
                  <a:pt x="0" y="6219825"/>
                </a:lnTo>
                <a:close/>
              </a:path>
            </a:pathLst>
          </a:custGeom>
        </p:spPr>
        <p:txBody>
          <a:bodyPr wrap="square">
            <a:noAutofit/>
          </a:bodyPr>
          <a:lstStyle/>
          <a:p>
            <a:r>
              <a:rPr lang="de-DE"/>
              <a:t>Bild durch Klicken auf Symbol hinzufügen</a:t>
            </a:r>
            <a:endParaRPr lang="de-CH"/>
          </a:p>
        </p:txBody>
      </p:sp>
      <p:sp>
        <p:nvSpPr>
          <p:cNvPr id="4" name="Datumsplatzhalter 3">
            <a:extLst>
              <a:ext uri="{FF2B5EF4-FFF2-40B4-BE49-F238E27FC236}">
                <a16:creationId xmlns:a16="http://schemas.microsoft.com/office/drawing/2014/main" id="{CEB9F9E7-9C7D-4BCE-8F17-00F5363055D8}"/>
              </a:ext>
            </a:extLst>
          </p:cNvPr>
          <p:cNvSpPr>
            <a:spLocks noGrp="1"/>
          </p:cNvSpPr>
          <p:nvPr>
            <p:ph type="dt" sz="half" idx="14"/>
          </p:nvPr>
        </p:nvSpPr>
        <p:spPr/>
        <p:txBody>
          <a:bodyPr/>
          <a:lstStyle/>
          <a:p>
            <a:fld id="{23D46172-95BF-46D3-B6CC-8A39BDF4DD54}" type="datetime1">
              <a:rPr lang="de-CH" smtClean="0"/>
              <a:t>03.12.2025</a:t>
            </a:fld>
            <a:endParaRPr lang="de-CH" dirty="0"/>
          </a:p>
        </p:txBody>
      </p:sp>
      <p:sp>
        <p:nvSpPr>
          <p:cNvPr id="5" name="Fußzeilenplatzhalter 4">
            <a:extLst>
              <a:ext uri="{FF2B5EF4-FFF2-40B4-BE49-F238E27FC236}">
                <a16:creationId xmlns:a16="http://schemas.microsoft.com/office/drawing/2014/main" id="{532B257A-3811-45B9-95A3-CEAEB0A6499A}"/>
              </a:ext>
            </a:extLst>
          </p:cNvPr>
          <p:cNvSpPr>
            <a:spLocks noGrp="1"/>
          </p:cNvSpPr>
          <p:nvPr>
            <p:ph type="ftr" sz="quarter" idx="15"/>
          </p:nvPr>
        </p:nvSpPr>
        <p:spPr/>
        <p:txBody>
          <a:bodyPr/>
          <a:lstStyle/>
          <a:p>
            <a:r>
              <a:rPr lang="de-CH"/>
              <a:t>Fusszeile einfügen</a:t>
            </a:r>
            <a:endParaRPr lang="de-CH" dirty="0"/>
          </a:p>
        </p:txBody>
      </p:sp>
      <p:sp>
        <p:nvSpPr>
          <p:cNvPr id="6" name="Foliennummernplatzhalter 5">
            <a:extLst>
              <a:ext uri="{FF2B5EF4-FFF2-40B4-BE49-F238E27FC236}">
                <a16:creationId xmlns:a16="http://schemas.microsoft.com/office/drawing/2014/main" id="{B7AFD81F-D1C4-478B-8CB5-C5448FF06C91}"/>
              </a:ext>
            </a:extLst>
          </p:cNvPr>
          <p:cNvSpPr>
            <a:spLocks noGrp="1"/>
          </p:cNvSpPr>
          <p:nvPr>
            <p:ph type="sldNum" sz="quarter" idx="16"/>
          </p:nvPr>
        </p:nvSpPr>
        <p:spPr/>
        <p:txBody>
          <a:bodyPr/>
          <a:lstStyle/>
          <a:p>
            <a:fld id="{66BEAF41-8FFB-46BD-8359-B4FF53AB7ED5}" type="slidenum">
              <a:rPr lang="de-CH" smtClean="0"/>
              <a:pPr/>
              <a:t>‹#›</a:t>
            </a:fld>
            <a:endParaRPr lang="de-CH" dirty="0"/>
          </a:p>
        </p:txBody>
      </p:sp>
      <p:sp>
        <p:nvSpPr>
          <p:cNvPr id="2" name="Titel 1">
            <a:extLst>
              <a:ext uri="{FF2B5EF4-FFF2-40B4-BE49-F238E27FC236}">
                <a16:creationId xmlns:a16="http://schemas.microsoft.com/office/drawing/2014/main" id="{C86696A9-6DC6-4DF9-B488-0C330948950D}"/>
              </a:ext>
            </a:extLst>
          </p:cNvPr>
          <p:cNvSpPr>
            <a:spLocks noGrp="1"/>
          </p:cNvSpPr>
          <p:nvPr>
            <p:ph type="title"/>
          </p:nvPr>
        </p:nvSpPr>
        <p:spPr>
          <a:xfrm>
            <a:off x="831850" y="3238500"/>
            <a:ext cx="10515600" cy="1406534"/>
          </a:xfrm>
          <a:solidFill>
            <a:schemeClr val="bg1">
              <a:lumMod val="95000"/>
              <a:alpha val="60000"/>
            </a:schemeClr>
          </a:solidFill>
        </p:spPr>
        <p:txBody>
          <a:bodyPr anchor="ctr">
            <a:normAutofit/>
          </a:bodyPr>
          <a:lstStyle>
            <a:lvl1pPr>
              <a:defRPr sz="4000"/>
            </a:lvl1pPr>
          </a:lstStyle>
          <a:p>
            <a:r>
              <a:rPr lang="de-DE"/>
              <a:t>Mastertitelformat bearbeiten</a:t>
            </a:r>
            <a:endParaRPr lang="de-CH" dirty="0"/>
          </a:p>
        </p:txBody>
      </p:sp>
      <p:sp>
        <p:nvSpPr>
          <p:cNvPr id="3" name="Textplatzhalter 2">
            <a:extLst>
              <a:ext uri="{FF2B5EF4-FFF2-40B4-BE49-F238E27FC236}">
                <a16:creationId xmlns:a16="http://schemas.microsoft.com/office/drawing/2014/main" id="{4DD644F3-D35C-4B24-B10C-08F02710ADDE}"/>
              </a:ext>
            </a:extLst>
          </p:cNvPr>
          <p:cNvSpPr>
            <a:spLocks noGrp="1"/>
          </p:cNvSpPr>
          <p:nvPr>
            <p:ph type="body" idx="1"/>
          </p:nvPr>
        </p:nvSpPr>
        <p:spPr>
          <a:xfrm>
            <a:off x="831850" y="4876800"/>
            <a:ext cx="10515600" cy="1212850"/>
          </a:xfrm>
          <a:solidFill>
            <a:schemeClr val="bg1">
              <a:alpha val="60000"/>
            </a:schemeClr>
          </a:solidFill>
        </p:spPr>
        <p:txBody>
          <a:bodyPr>
            <a:normAutofit/>
          </a:bodyPr>
          <a:lstStyle>
            <a:lvl1pPr marL="0" indent="0">
              <a:buNone/>
              <a:defRPr sz="2400">
                <a:solidFill>
                  <a:srgbClr val="003DA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Tree>
    <p:extLst>
      <p:ext uri="{BB962C8B-B14F-4D97-AF65-F5344CB8AC3E}">
        <p14:creationId xmlns:p14="http://schemas.microsoft.com/office/powerpoint/2010/main" val="2840413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ild vollflächig">
    <p:spTree>
      <p:nvGrpSpPr>
        <p:cNvPr id="1" name=""/>
        <p:cNvGrpSpPr/>
        <p:nvPr/>
      </p:nvGrpSpPr>
      <p:grpSpPr>
        <a:xfrm>
          <a:off x="0" y="0"/>
          <a:ext cx="0" cy="0"/>
          <a:chOff x="0" y="0"/>
          <a:chExt cx="0" cy="0"/>
        </a:xfrm>
      </p:grpSpPr>
      <p:sp>
        <p:nvSpPr>
          <p:cNvPr id="3" name="Bildplatzhalter 2">
            <a:extLst>
              <a:ext uri="{FF2B5EF4-FFF2-40B4-BE49-F238E27FC236}">
                <a16:creationId xmlns:a16="http://schemas.microsoft.com/office/drawing/2014/main" id="{A979EEB5-3A79-4593-8D0A-6E35075BA84F}"/>
              </a:ext>
            </a:extLst>
          </p:cNvPr>
          <p:cNvSpPr>
            <a:spLocks noGrp="1"/>
          </p:cNvSpPr>
          <p:nvPr>
            <p:ph type="pic" sz="quarter" idx="10"/>
          </p:nvPr>
        </p:nvSpPr>
        <p:spPr>
          <a:xfrm>
            <a:off x="0" y="0"/>
            <a:ext cx="12192000" cy="6858000"/>
          </a:xfrm>
        </p:spPr>
        <p:txBody>
          <a:bodyPr/>
          <a:lstStyle/>
          <a:p>
            <a:r>
              <a:rPr lang="de-DE"/>
              <a:t>Bild durch Klicken auf Symbol hinzufügen</a:t>
            </a:r>
            <a:endParaRPr lang="de-CH"/>
          </a:p>
        </p:txBody>
      </p:sp>
    </p:spTree>
    <p:extLst>
      <p:ext uri="{BB962C8B-B14F-4D97-AF65-F5344CB8AC3E}">
        <p14:creationId xmlns:p14="http://schemas.microsoft.com/office/powerpoint/2010/main" val="4773176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Titelfolie mit Bild recht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7129B7-2E33-4F70-A64C-2480E2B2B5C0}"/>
              </a:ext>
            </a:extLst>
          </p:cNvPr>
          <p:cNvSpPr>
            <a:spLocks noGrp="1"/>
          </p:cNvSpPr>
          <p:nvPr>
            <p:ph type="title"/>
          </p:nvPr>
        </p:nvSpPr>
        <p:spPr>
          <a:xfrm>
            <a:off x="848495" y="413657"/>
            <a:ext cx="4785951" cy="1600200"/>
          </a:xfrm>
        </p:spPr>
        <p:txBody>
          <a:bodyPr anchor="ctr"/>
          <a:lstStyle>
            <a:lvl1pPr>
              <a:defRPr sz="3200"/>
            </a:lvl1pPr>
          </a:lstStyle>
          <a:p>
            <a:r>
              <a:rPr lang="de-DE"/>
              <a:t>Mastertitelformat bearbeiten</a:t>
            </a:r>
            <a:endParaRPr lang="de-CH" dirty="0"/>
          </a:p>
        </p:txBody>
      </p:sp>
      <p:sp>
        <p:nvSpPr>
          <p:cNvPr id="3" name="Bildplatzhalter 2">
            <a:extLst>
              <a:ext uri="{FF2B5EF4-FFF2-40B4-BE49-F238E27FC236}">
                <a16:creationId xmlns:a16="http://schemas.microsoft.com/office/drawing/2014/main" id="{B2F7962C-D15E-46DB-A140-76AD118F9E6B}"/>
              </a:ext>
            </a:extLst>
          </p:cNvPr>
          <p:cNvSpPr>
            <a:spLocks noGrp="1"/>
          </p:cNvSpPr>
          <p:nvPr>
            <p:ph type="pic" idx="1"/>
          </p:nvPr>
        </p:nvSpPr>
        <p:spPr>
          <a:xfrm>
            <a:off x="6019800" y="0"/>
            <a:ext cx="6172200" cy="6858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a:t>Bild durch Klicken auf Symbol hinzufügen</a:t>
            </a:r>
            <a:endParaRPr lang="de-CH"/>
          </a:p>
        </p:txBody>
      </p:sp>
      <p:sp>
        <p:nvSpPr>
          <p:cNvPr id="4" name="Textplatzhalter 3">
            <a:extLst>
              <a:ext uri="{FF2B5EF4-FFF2-40B4-BE49-F238E27FC236}">
                <a16:creationId xmlns:a16="http://schemas.microsoft.com/office/drawing/2014/main" id="{AB89DD0F-46D0-4C0E-BF23-C8F1C2BFE7FA}"/>
              </a:ext>
            </a:extLst>
          </p:cNvPr>
          <p:cNvSpPr>
            <a:spLocks noGrp="1"/>
          </p:cNvSpPr>
          <p:nvPr>
            <p:ph type="body" sz="half" idx="2"/>
          </p:nvPr>
        </p:nvSpPr>
        <p:spPr>
          <a:xfrm>
            <a:off x="848496" y="2013857"/>
            <a:ext cx="4785951" cy="4134394"/>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Tree>
    <p:extLst>
      <p:ext uri="{BB962C8B-B14F-4D97-AF65-F5344CB8AC3E}">
        <p14:creationId xmlns:p14="http://schemas.microsoft.com/office/powerpoint/2010/main" val="37670673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Inhalt norma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2950E8B-16F5-4DE4-8389-209A4F241179}"/>
              </a:ext>
            </a:extLst>
          </p:cNvPr>
          <p:cNvSpPr>
            <a:spLocks noGrp="1"/>
          </p:cNvSpPr>
          <p:nvPr>
            <p:ph type="title"/>
          </p:nvPr>
        </p:nvSpPr>
        <p:spPr/>
        <p:txBody>
          <a:bodyPr/>
          <a:lstStyle/>
          <a:p>
            <a:r>
              <a:rPr lang="de-DE"/>
              <a:t>Mastertitelformat bearbeiten</a:t>
            </a:r>
            <a:endParaRPr lang="de-CH"/>
          </a:p>
        </p:txBody>
      </p:sp>
      <p:sp>
        <p:nvSpPr>
          <p:cNvPr id="3" name="Inhaltsplatzhalter 2">
            <a:extLst>
              <a:ext uri="{FF2B5EF4-FFF2-40B4-BE49-F238E27FC236}">
                <a16:creationId xmlns:a16="http://schemas.microsoft.com/office/drawing/2014/main" id="{C51B00A8-C732-4BD9-BF7C-FB595EBAC20A}"/>
              </a:ext>
            </a:extLst>
          </p:cNvPr>
          <p:cNvSpPr>
            <a:spLocks noGrp="1"/>
          </p:cNvSpPr>
          <p:nvPr>
            <p:ph idx="1"/>
          </p:nvPr>
        </p:nvSpPr>
        <p:spPr/>
        <p:txBody>
          <a:bodyPr>
            <a:normAutofit/>
          </a:bodyPr>
          <a:lstStyle>
            <a:lvl1pPr marL="361950" indent="-361950">
              <a:defRPr sz="3200"/>
            </a:lvl1pPr>
            <a:lvl2pPr marL="801688" indent="-344488" defTabSz="896938">
              <a:defRPr sz="2800"/>
            </a:lvl2pPr>
            <a:lvl3pPr>
              <a:defRPr sz="2400"/>
            </a:lvl3pPr>
            <a:lvl4pPr>
              <a:defRPr sz="2000"/>
            </a:lvl4pPr>
            <a:lvl5pPr>
              <a:defRPr sz="20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dirty="0"/>
          </a:p>
        </p:txBody>
      </p:sp>
      <p:sp>
        <p:nvSpPr>
          <p:cNvPr id="4" name="Datumsplatzhalter 3">
            <a:extLst>
              <a:ext uri="{FF2B5EF4-FFF2-40B4-BE49-F238E27FC236}">
                <a16:creationId xmlns:a16="http://schemas.microsoft.com/office/drawing/2014/main" id="{17A209A3-C245-4C4C-802F-2D092E62B12A}"/>
              </a:ext>
            </a:extLst>
          </p:cNvPr>
          <p:cNvSpPr>
            <a:spLocks noGrp="1"/>
          </p:cNvSpPr>
          <p:nvPr>
            <p:ph type="dt" sz="half" idx="10"/>
          </p:nvPr>
        </p:nvSpPr>
        <p:spPr/>
        <p:txBody>
          <a:bodyPr/>
          <a:lstStyle/>
          <a:p>
            <a:fld id="{909B05D8-F536-4D06-B0DA-7EE54F04900E}" type="datetime1">
              <a:rPr lang="de-CH" smtClean="0"/>
              <a:t>03.12.2025</a:t>
            </a:fld>
            <a:endParaRPr lang="de-CH" dirty="0"/>
          </a:p>
        </p:txBody>
      </p:sp>
      <p:sp>
        <p:nvSpPr>
          <p:cNvPr id="5" name="Fußzeilenplatzhalter 4">
            <a:extLst>
              <a:ext uri="{FF2B5EF4-FFF2-40B4-BE49-F238E27FC236}">
                <a16:creationId xmlns:a16="http://schemas.microsoft.com/office/drawing/2014/main" id="{B7AE46D8-97D6-4E3A-B7C6-E840F65849F6}"/>
              </a:ext>
            </a:extLst>
          </p:cNvPr>
          <p:cNvSpPr>
            <a:spLocks noGrp="1"/>
          </p:cNvSpPr>
          <p:nvPr>
            <p:ph type="ftr" sz="quarter" idx="11"/>
          </p:nvPr>
        </p:nvSpPr>
        <p:spPr/>
        <p:txBody>
          <a:bodyPr/>
          <a:lstStyle/>
          <a:p>
            <a:r>
              <a:rPr lang="en-US" dirty="0"/>
              <a:t>Do or do not! – There is no try! – Yoda  / Thomas Winter ⛄☁️</a:t>
            </a:r>
            <a:endParaRPr lang="de-CH" dirty="0"/>
          </a:p>
        </p:txBody>
      </p:sp>
      <p:sp>
        <p:nvSpPr>
          <p:cNvPr id="6" name="Foliennummernplatzhalter 5">
            <a:extLst>
              <a:ext uri="{FF2B5EF4-FFF2-40B4-BE49-F238E27FC236}">
                <a16:creationId xmlns:a16="http://schemas.microsoft.com/office/drawing/2014/main" id="{70D9C1D0-EF68-4300-B7B8-C513D1A46C79}"/>
              </a:ext>
            </a:extLst>
          </p:cNvPr>
          <p:cNvSpPr>
            <a:spLocks noGrp="1"/>
          </p:cNvSpPr>
          <p:nvPr>
            <p:ph type="sldNum" sz="quarter" idx="12"/>
          </p:nvPr>
        </p:nvSpPr>
        <p:spPr/>
        <p:txBody>
          <a:bodyPr/>
          <a:lstStyle/>
          <a:p>
            <a:fld id="{66BEAF41-8FFB-46BD-8359-B4FF53AB7ED5}" type="slidenum">
              <a:rPr lang="de-CH" smtClean="0"/>
              <a:pPr/>
              <a:t>‹#›</a:t>
            </a:fld>
            <a:endParaRPr lang="de-CH" dirty="0"/>
          </a:p>
        </p:txBody>
      </p:sp>
    </p:spTree>
    <p:extLst>
      <p:ext uri="{BB962C8B-B14F-4D97-AF65-F5344CB8AC3E}">
        <p14:creationId xmlns:p14="http://schemas.microsoft.com/office/powerpoint/2010/main" val="2180121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Inhalt - Bild rechts">
    <p:spTree>
      <p:nvGrpSpPr>
        <p:cNvPr id="1" name=""/>
        <p:cNvGrpSpPr/>
        <p:nvPr/>
      </p:nvGrpSpPr>
      <p:grpSpPr>
        <a:xfrm>
          <a:off x="0" y="0"/>
          <a:ext cx="0" cy="0"/>
          <a:chOff x="0" y="0"/>
          <a:chExt cx="0" cy="0"/>
        </a:xfrm>
      </p:grpSpPr>
      <p:sp>
        <p:nvSpPr>
          <p:cNvPr id="8" name="Bildplatzhalter 4">
            <a:extLst>
              <a:ext uri="{FF2B5EF4-FFF2-40B4-BE49-F238E27FC236}">
                <a16:creationId xmlns:a16="http://schemas.microsoft.com/office/drawing/2014/main" id="{544E9FAB-8764-4985-8B0E-8EA7B951F953}"/>
              </a:ext>
            </a:extLst>
          </p:cNvPr>
          <p:cNvSpPr>
            <a:spLocks noGrp="1"/>
          </p:cNvSpPr>
          <p:nvPr>
            <p:ph type="pic" sz="quarter" idx="13"/>
          </p:nvPr>
        </p:nvSpPr>
        <p:spPr>
          <a:xfrm>
            <a:off x="7514689" y="-9516"/>
            <a:ext cx="4654609" cy="6867516"/>
          </a:xfrm>
        </p:spPr>
        <p:txBody>
          <a:bodyPr/>
          <a:lstStyle/>
          <a:p>
            <a:r>
              <a:rPr lang="de-DE"/>
              <a:t>Bild durch Klicken auf Symbol hinzufügen</a:t>
            </a:r>
            <a:endParaRPr lang="de-CH"/>
          </a:p>
        </p:txBody>
      </p:sp>
      <p:sp>
        <p:nvSpPr>
          <p:cNvPr id="2" name="Titel 1">
            <a:extLst>
              <a:ext uri="{FF2B5EF4-FFF2-40B4-BE49-F238E27FC236}">
                <a16:creationId xmlns:a16="http://schemas.microsoft.com/office/drawing/2014/main" id="{22950E8B-16F5-4DE4-8389-209A4F241179}"/>
              </a:ext>
            </a:extLst>
          </p:cNvPr>
          <p:cNvSpPr>
            <a:spLocks noGrp="1"/>
          </p:cNvSpPr>
          <p:nvPr>
            <p:ph type="title"/>
          </p:nvPr>
        </p:nvSpPr>
        <p:spPr>
          <a:xfrm>
            <a:off x="838200" y="365125"/>
            <a:ext cx="6186443" cy="1325563"/>
          </a:xfrm>
        </p:spPr>
        <p:txBody>
          <a:bodyPr>
            <a:normAutofit/>
          </a:bodyPr>
          <a:lstStyle>
            <a:lvl1pPr>
              <a:defRPr sz="4000"/>
            </a:lvl1pPr>
          </a:lstStyle>
          <a:p>
            <a:r>
              <a:rPr lang="de-DE"/>
              <a:t>Mastertitelformat bearbeiten</a:t>
            </a:r>
            <a:endParaRPr lang="de-CH" dirty="0"/>
          </a:p>
        </p:txBody>
      </p:sp>
      <p:sp>
        <p:nvSpPr>
          <p:cNvPr id="3" name="Inhaltsplatzhalter 2">
            <a:extLst>
              <a:ext uri="{FF2B5EF4-FFF2-40B4-BE49-F238E27FC236}">
                <a16:creationId xmlns:a16="http://schemas.microsoft.com/office/drawing/2014/main" id="{C51B00A8-C732-4BD9-BF7C-FB595EBAC20A}"/>
              </a:ext>
            </a:extLst>
          </p:cNvPr>
          <p:cNvSpPr>
            <a:spLocks noGrp="1"/>
          </p:cNvSpPr>
          <p:nvPr>
            <p:ph idx="1"/>
          </p:nvPr>
        </p:nvSpPr>
        <p:spPr>
          <a:xfrm>
            <a:off x="838200" y="1825625"/>
            <a:ext cx="6186443" cy="4351338"/>
          </a:xfrm>
        </p:spPr>
        <p:txBody>
          <a:bodyPr>
            <a:normAutofit/>
          </a:bodyPr>
          <a:lstStyle>
            <a:lvl1pPr marL="361950" indent="-361950">
              <a:defRPr sz="3200"/>
            </a:lvl1pPr>
            <a:lvl2pPr marL="801688" indent="-344488">
              <a:defRPr sz="2800"/>
            </a:lvl2pPr>
            <a:lvl3pPr>
              <a:defRPr sz="2400"/>
            </a:lvl3pPr>
            <a:lvl4pPr>
              <a:defRPr sz="2000"/>
            </a:lvl4pPr>
            <a:lvl5pPr>
              <a:defRPr sz="20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dirty="0"/>
          </a:p>
        </p:txBody>
      </p:sp>
      <p:sp>
        <p:nvSpPr>
          <p:cNvPr id="9" name="Datumsplatzhalter 8">
            <a:extLst>
              <a:ext uri="{FF2B5EF4-FFF2-40B4-BE49-F238E27FC236}">
                <a16:creationId xmlns:a16="http://schemas.microsoft.com/office/drawing/2014/main" id="{09D5F286-13E2-47BB-BA7B-AB37604C66EB}"/>
              </a:ext>
            </a:extLst>
          </p:cNvPr>
          <p:cNvSpPr>
            <a:spLocks noGrp="1"/>
          </p:cNvSpPr>
          <p:nvPr>
            <p:ph type="dt" sz="half" idx="10"/>
          </p:nvPr>
        </p:nvSpPr>
        <p:spPr>
          <a:xfrm>
            <a:off x="6081668" y="6326517"/>
            <a:ext cx="942975" cy="365125"/>
          </a:xfrm>
        </p:spPr>
        <p:txBody>
          <a:bodyPr/>
          <a:lstStyle/>
          <a:p>
            <a:fld id="{F5B7BAA7-1395-4FFC-8E09-B86A0B237D4B}" type="datetime1">
              <a:rPr lang="de-CH" smtClean="0"/>
              <a:t>03.12.2025</a:t>
            </a:fld>
            <a:endParaRPr lang="de-CH" dirty="0"/>
          </a:p>
        </p:txBody>
      </p:sp>
      <p:sp>
        <p:nvSpPr>
          <p:cNvPr id="10" name="Fußzeilenplatzhalter 9">
            <a:extLst>
              <a:ext uri="{FF2B5EF4-FFF2-40B4-BE49-F238E27FC236}">
                <a16:creationId xmlns:a16="http://schemas.microsoft.com/office/drawing/2014/main" id="{0D6FD19F-A1A8-47AB-A4BA-93A683DF0146}"/>
              </a:ext>
            </a:extLst>
          </p:cNvPr>
          <p:cNvSpPr>
            <a:spLocks noGrp="1"/>
          </p:cNvSpPr>
          <p:nvPr>
            <p:ph type="ftr" sz="quarter" idx="11"/>
          </p:nvPr>
        </p:nvSpPr>
        <p:spPr>
          <a:xfrm>
            <a:off x="838199" y="6317001"/>
            <a:ext cx="4263375" cy="365125"/>
          </a:xfrm>
        </p:spPr>
        <p:txBody>
          <a:bodyPr/>
          <a:lstStyle/>
          <a:p>
            <a:r>
              <a:rPr lang="de-CH" dirty="0"/>
              <a:t>Fusszeile einfügen</a:t>
            </a:r>
          </a:p>
        </p:txBody>
      </p:sp>
      <p:sp>
        <p:nvSpPr>
          <p:cNvPr id="11" name="Foliennummernplatzhalter 10">
            <a:extLst>
              <a:ext uri="{FF2B5EF4-FFF2-40B4-BE49-F238E27FC236}">
                <a16:creationId xmlns:a16="http://schemas.microsoft.com/office/drawing/2014/main" id="{655AAF9C-ECDA-4550-90F2-DC753239EB55}"/>
              </a:ext>
            </a:extLst>
          </p:cNvPr>
          <p:cNvSpPr>
            <a:spLocks noGrp="1"/>
          </p:cNvSpPr>
          <p:nvPr>
            <p:ph type="sldNum" sz="quarter" idx="12"/>
          </p:nvPr>
        </p:nvSpPr>
        <p:spPr>
          <a:xfrm>
            <a:off x="5239197" y="6326517"/>
            <a:ext cx="704849" cy="355609"/>
          </a:xfrm>
        </p:spPr>
        <p:txBody>
          <a:bodyPr/>
          <a:lstStyle/>
          <a:p>
            <a:fld id="{66BEAF41-8FFB-46BD-8359-B4FF53AB7ED5}" type="slidenum">
              <a:rPr lang="de-CH" smtClean="0"/>
              <a:pPr/>
              <a:t>‹#›</a:t>
            </a:fld>
            <a:endParaRPr lang="de-CH" dirty="0"/>
          </a:p>
        </p:txBody>
      </p:sp>
    </p:spTree>
    <p:extLst>
      <p:ext uri="{BB962C8B-B14F-4D97-AF65-F5344CB8AC3E}">
        <p14:creationId xmlns:p14="http://schemas.microsoft.com/office/powerpoint/2010/main" val="38917079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Inhalt 2 Spalt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EF58EC5-18C8-4F9F-A16C-32E2D6C6CBFD}"/>
              </a:ext>
            </a:extLst>
          </p:cNvPr>
          <p:cNvSpPr>
            <a:spLocks noGrp="1"/>
          </p:cNvSpPr>
          <p:nvPr>
            <p:ph type="title"/>
          </p:nvPr>
        </p:nvSpPr>
        <p:spPr/>
        <p:txBody>
          <a:bodyPr/>
          <a:lstStyle/>
          <a:p>
            <a:r>
              <a:rPr lang="de-DE"/>
              <a:t>Mastertitelformat bearbeiten</a:t>
            </a:r>
            <a:endParaRPr lang="de-CH"/>
          </a:p>
        </p:txBody>
      </p:sp>
      <p:sp>
        <p:nvSpPr>
          <p:cNvPr id="3" name="Inhaltsplatzhalter 2">
            <a:extLst>
              <a:ext uri="{FF2B5EF4-FFF2-40B4-BE49-F238E27FC236}">
                <a16:creationId xmlns:a16="http://schemas.microsoft.com/office/drawing/2014/main" id="{1053CE23-D799-4BCB-BD2A-F18C62499B11}"/>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dirty="0"/>
          </a:p>
        </p:txBody>
      </p:sp>
      <p:sp>
        <p:nvSpPr>
          <p:cNvPr id="4" name="Inhaltsplatzhalter 3">
            <a:extLst>
              <a:ext uri="{FF2B5EF4-FFF2-40B4-BE49-F238E27FC236}">
                <a16:creationId xmlns:a16="http://schemas.microsoft.com/office/drawing/2014/main" id="{126DC5AE-6BE4-47E2-844A-707BC98CDDE3}"/>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5" name="Datumsplatzhalter 4">
            <a:extLst>
              <a:ext uri="{FF2B5EF4-FFF2-40B4-BE49-F238E27FC236}">
                <a16:creationId xmlns:a16="http://schemas.microsoft.com/office/drawing/2014/main" id="{4CE0F0E0-38FA-4646-AC65-0F0D11EB9B16}"/>
              </a:ext>
            </a:extLst>
          </p:cNvPr>
          <p:cNvSpPr>
            <a:spLocks noGrp="1"/>
          </p:cNvSpPr>
          <p:nvPr>
            <p:ph type="dt" sz="half" idx="10"/>
          </p:nvPr>
        </p:nvSpPr>
        <p:spPr>
          <a:xfrm>
            <a:off x="9616039" y="6302384"/>
            <a:ext cx="942975" cy="365125"/>
          </a:xfrm>
        </p:spPr>
        <p:txBody>
          <a:bodyPr/>
          <a:lstStyle/>
          <a:p>
            <a:fld id="{D9C138CE-39F5-4C51-B9EF-8DE42740A430}" type="datetime1">
              <a:rPr lang="de-CH" smtClean="0"/>
              <a:t>03.12.2025</a:t>
            </a:fld>
            <a:endParaRPr lang="de-CH" dirty="0"/>
          </a:p>
        </p:txBody>
      </p:sp>
      <p:sp>
        <p:nvSpPr>
          <p:cNvPr id="6" name="Fußzeilenplatzhalter 5">
            <a:extLst>
              <a:ext uri="{FF2B5EF4-FFF2-40B4-BE49-F238E27FC236}">
                <a16:creationId xmlns:a16="http://schemas.microsoft.com/office/drawing/2014/main" id="{DC9AD07F-02C0-45AE-AEBE-9E20AB8320E0}"/>
              </a:ext>
            </a:extLst>
          </p:cNvPr>
          <p:cNvSpPr>
            <a:spLocks noGrp="1"/>
          </p:cNvSpPr>
          <p:nvPr>
            <p:ph type="ftr" sz="quarter" idx="11"/>
          </p:nvPr>
        </p:nvSpPr>
        <p:spPr>
          <a:xfrm>
            <a:off x="838200" y="6302384"/>
            <a:ext cx="7821094" cy="365125"/>
          </a:xfrm>
        </p:spPr>
        <p:txBody>
          <a:bodyPr/>
          <a:lstStyle/>
          <a:p>
            <a:r>
              <a:rPr lang="de-CH"/>
              <a:t>Fusszeile einfügen</a:t>
            </a:r>
            <a:endParaRPr lang="de-CH" dirty="0"/>
          </a:p>
        </p:txBody>
      </p:sp>
      <p:sp>
        <p:nvSpPr>
          <p:cNvPr id="7" name="Foliennummernplatzhalter 6">
            <a:extLst>
              <a:ext uri="{FF2B5EF4-FFF2-40B4-BE49-F238E27FC236}">
                <a16:creationId xmlns:a16="http://schemas.microsoft.com/office/drawing/2014/main" id="{1A0749D8-0F1F-481A-A867-CF51BB7F0550}"/>
              </a:ext>
            </a:extLst>
          </p:cNvPr>
          <p:cNvSpPr>
            <a:spLocks noGrp="1"/>
          </p:cNvSpPr>
          <p:nvPr>
            <p:ph type="sldNum" sz="quarter" idx="12"/>
          </p:nvPr>
        </p:nvSpPr>
        <p:spPr>
          <a:xfrm>
            <a:off x="8793202" y="6302384"/>
            <a:ext cx="704849" cy="355609"/>
          </a:xfrm>
        </p:spPr>
        <p:txBody>
          <a:bodyPr/>
          <a:lstStyle/>
          <a:p>
            <a:fld id="{66BEAF41-8FFB-46BD-8359-B4FF53AB7ED5}" type="slidenum">
              <a:rPr lang="de-CH" smtClean="0"/>
              <a:pPr/>
              <a:t>‹#›</a:t>
            </a:fld>
            <a:endParaRPr lang="de-CH" dirty="0"/>
          </a:p>
        </p:txBody>
      </p:sp>
    </p:spTree>
    <p:extLst>
      <p:ext uri="{BB962C8B-B14F-4D97-AF65-F5344CB8AC3E}">
        <p14:creationId xmlns:p14="http://schemas.microsoft.com/office/powerpoint/2010/main" val="1726360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nhalt 3 Spalt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C6A6031-F48E-4395-A562-DA39F4CF92B3}"/>
              </a:ext>
            </a:extLst>
          </p:cNvPr>
          <p:cNvSpPr>
            <a:spLocks noGrp="1"/>
          </p:cNvSpPr>
          <p:nvPr>
            <p:ph type="title"/>
          </p:nvPr>
        </p:nvSpPr>
        <p:spPr>
          <a:xfrm>
            <a:off x="839788" y="365125"/>
            <a:ext cx="10515600" cy="1325563"/>
          </a:xfrm>
        </p:spPr>
        <p:txBody>
          <a:bodyPr/>
          <a:lstStyle/>
          <a:p>
            <a:r>
              <a:rPr lang="de-DE"/>
              <a:t>Mastertitelformat bearbeiten</a:t>
            </a:r>
            <a:endParaRPr lang="de-CH"/>
          </a:p>
        </p:txBody>
      </p:sp>
      <p:sp>
        <p:nvSpPr>
          <p:cNvPr id="4" name="Inhaltsplatzhalter 3">
            <a:extLst>
              <a:ext uri="{FF2B5EF4-FFF2-40B4-BE49-F238E27FC236}">
                <a16:creationId xmlns:a16="http://schemas.microsoft.com/office/drawing/2014/main" id="{937B39B5-3462-4EC8-89F6-5893090A2C3D}"/>
              </a:ext>
            </a:extLst>
          </p:cNvPr>
          <p:cNvSpPr>
            <a:spLocks noGrp="1"/>
          </p:cNvSpPr>
          <p:nvPr>
            <p:ph sz="half" idx="2"/>
          </p:nvPr>
        </p:nvSpPr>
        <p:spPr>
          <a:xfrm>
            <a:off x="839789" y="1793966"/>
            <a:ext cx="3420000" cy="4395697"/>
          </a:xfrm>
        </p:spPr>
        <p:txBody>
          <a:bodyPr>
            <a:normAutofit/>
          </a:bodyPr>
          <a:lstStyle>
            <a:lvl1pPr>
              <a:defRPr sz="2000"/>
            </a:lvl1pPr>
            <a:lvl2pPr>
              <a:defRPr sz="1800"/>
            </a:lvl2pPr>
            <a:lvl3pPr>
              <a:defRPr sz="1600"/>
            </a:lvl3pPr>
            <a:lvl4pPr>
              <a:defRPr sz="1400"/>
            </a:lvl4pPr>
            <a:lvl5pPr>
              <a:defRPr sz="1400"/>
            </a:lvl5pPr>
          </a:lstStyle>
          <a:p>
            <a:pPr lvl="0"/>
            <a:r>
              <a:rPr lang="de-DE"/>
              <a:t>Mastertextformat bearbeiten</a:t>
            </a:r>
          </a:p>
          <a:p>
            <a:pPr lvl="1"/>
            <a:r>
              <a:rPr lang="de-DE"/>
              <a:t>Zweite Ebene</a:t>
            </a:r>
          </a:p>
          <a:p>
            <a:pPr lvl="2"/>
            <a:r>
              <a:rPr lang="de-DE"/>
              <a:t>Dritte Ebene</a:t>
            </a:r>
          </a:p>
        </p:txBody>
      </p:sp>
      <p:sp>
        <p:nvSpPr>
          <p:cNvPr id="6" name="Inhaltsplatzhalter 5">
            <a:extLst>
              <a:ext uri="{FF2B5EF4-FFF2-40B4-BE49-F238E27FC236}">
                <a16:creationId xmlns:a16="http://schemas.microsoft.com/office/drawing/2014/main" id="{FD39D0D3-3484-4386-A2CD-6B4A0869115E}"/>
              </a:ext>
            </a:extLst>
          </p:cNvPr>
          <p:cNvSpPr>
            <a:spLocks noGrp="1"/>
          </p:cNvSpPr>
          <p:nvPr>
            <p:ph sz="quarter" idx="4"/>
          </p:nvPr>
        </p:nvSpPr>
        <p:spPr>
          <a:xfrm>
            <a:off x="4386001" y="1785991"/>
            <a:ext cx="3420000" cy="4395697"/>
          </a:xfrm>
        </p:spPr>
        <p:txBody>
          <a:bodyPr>
            <a:normAutofit/>
          </a:bodyPr>
          <a:lstStyle>
            <a:lvl1pPr>
              <a:defRPr sz="2000"/>
            </a:lvl1pPr>
            <a:lvl2pPr>
              <a:defRPr sz="1800"/>
            </a:lvl2pPr>
            <a:lvl3pPr>
              <a:defRPr sz="1600"/>
            </a:lvl3pPr>
            <a:lvl4pPr>
              <a:defRPr sz="1400"/>
            </a:lvl4pPr>
            <a:lvl5pPr>
              <a:defRPr sz="1400"/>
            </a:lvl5pPr>
          </a:lstStyle>
          <a:p>
            <a:pPr lvl="0"/>
            <a:r>
              <a:rPr lang="de-DE"/>
              <a:t>Mastertextformat bearbeiten</a:t>
            </a:r>
          </a:p>
          <a:p>
            <a:pPr lvl="1"/>
            <a:r>
              <a:rPr lang="de-DE"/>
              <a:t>Zweite Ebene</a:t>
            </a:r>
          </a:p>
          <a:p>
            <a:pPr lvl="2"/>
            <a:r>
              <a:rPr lang="de-DE"/>
              <a:t>Dritte Ebene</a:t>
            </a:r>
          </a:p>
        </p:txBody>
      </p:sp>
      <p:sp>
        <p:nvSpPr>
          <p:cNvPr id="11" name="Inhaltsplatzhalter 5">
            <a:extLst>
              <a:ext uri="{FF2B5EF4-FFF2-40B4-BE49-F238E27FC236}">
                <a16:creationId xmlns:a16="http://schemas.microsoft.com/office/drawing/2014/main" id="{801B274E-0C8E-4A97-BA3A-6E405EDA80F3}"/>
              </a:ext>
            </a:extLst>
          </p:cNvPr>
          <p:cNvSpPr>
            <a:spLocks noGrp="1"/>
          </p:cNvSpPr>
          <p:nvPr>
            <p:ph sz="quarter" idx="14"/>
          </p:nvPr>
        </p:nvSpPr>
        <p:spPr>
          <a:xfrm>
            <a:off x="7932213" y="1785992"/>
            <a:ext cx="3420000" cy="4395697"/>
          </a:xfrm>
        </p:spPr>
        <p:txBody>
          <a:bodyPr>
            <a:normAutofit/>
          </a:bodyPr>
          <a:lstStyle>
            <a:lvl1pPr>
              <a:defRPr sz="2000"/>
            </a:lvl1pPr>
            <a:lvl2pPr>
              <a:defRPr sz="1800"/>
            </a:lvl2pPr>
            <a:lvl3pPr>
              <a:defRPr sz="1600"/>
            </a:lvl3pPr>
            <a:lvl4pPr>
              <a:defRPr sz="1400"/>
            </a:lvl4pPr>
            <a:lvl5pPr>
              <a:defRPr sz="1400"/>
            </a:lvl5pPr>
          </a:lstStyle>
          <a:p>
            <a:pPr lvl="0"/>
            <a:r>
              <a:rPr lang="de-DE"/>
              <a:t>Mastertextformat bearbeiten</a:t>
            </a:r>
          </a:p>
          <a:p>
            <a:pPr lvl="1"/>
            <a:r>
              <a:rPr lang="de-DE"/>
              <a:t>Zweite Ebene</a:t>
            </a:r>
          </a:p>
          <a:p>
            <a:pPr lvl="2"/>
            <a:r>
              <a:rPr lang="de-DE"/>
              <a:t>Dritte Ebene</a:t>
            </a:r>
          </a:p>
        </p:txBody>
      </p:sp>
      <p:sp>
        <p:nvSpPr>
          <p:cNvPr id="12" name="Datumsplatzhalter 11">
            <a:extLst>
              <a:ext uri="{FF2B5EF4-FFF2-40B4-BE49-F238E27FC236}">
                <a16:creationId xmlns:a16="http://schemas.microsoft.com/office/drawing/2014/main" id="{59804B2A-4D8F-4A01-8B16-21EA2670F2EA}"/>
              </a:ext>
            </a:extLst>
          </p:cNvPr>
          <p:cNvSpPr>
            <a:spLocks noGrp="1"/>
          </p:cNvSpPr>
          <p:nvPr>
            <p:ph type="dt" sz="half" idx="15"/>
          </p:nvPr>
        </p:nvSpPr>
        <p:spPr/>
        <p:txBody>
          <a:bodyPr/>
          <a:lstStyle/>
          <a:p>
            <a:fld id="{F0B6F3D0-9E69-47B4-9474-C5549352D1B3}" type="datetime1">
              <a:rPr lang="de-CH" smtClean="0"/>
              <a:t>03.12.2025</a:t>
            </a:fld>
            <a:endParaRPr lang="de-CH" dirty="0"/>
          </a:p>
        </p:txBody>
      </p:sp>
      <p:sp>
        <p:nvSpPr>
          <p:cNvPr id="13" name="Fußzeilenplatzhalter 12">
            <a:extLst>
              <a:ext uri="{FF2B5EF4-FFF2-40B4-BE49-F238E27FC236}">
                <a16:creationId xmlns:a16="http://schemas.microsoft.com/office/drawing/2014/main" id="{B4C92814-91BC-4221-83D8-427449DD62A2}"/>
              </a:ext>
            </a:extLst>
          </p:cNvPr>
          <p:cNvSpPr>
            <a:spLocks noGrp="1"/>
          </p:cNvSpPr>
          <p:nvPr>
            <p:ph type="ftr" sz="quarter" idx="16"/>
          </p:nvPr>
        </p:nvSpPr>
        <p:spPr/>
        <p:txBody>
          <a:bodyPr/>
          <a:lstStyle/>
          <a:p>
            <a:r>
              <a:rPr lang="de-CH"/>
              <a:t>Fusszeile einfügen</a:t>
            </a:r>
            <a:endParaRPr lang="de-CH" dirty="0"/>
          </a:p>
        </p:txBody>
      </p:sp>
      <p:sp>
        <p:nvSpPr>
          <p:cNvPr id="14" name="Foliennummernplatzhalter 13">
            <a:extLst>
              <a:ext uri="{FF2B5EF4-FFF2-40B4-BE49-F238E27FC236}">
                <a16:creationId xmlns:a16="http://schemas.microsoft.com/office/drawing/2014/main" id="{05538C17-4137-4A54-B684-112C1E5DD711}"/>
              </a:ext>
            </a:extLst>
          </p:cNvPr>
          <p:cNvSpPr>
            <a:spLocks noGrp="1"/>
          </p:cNvSpPr>
          <p:nvPr>
            <p:ph type="sldNum" sz="quarter" idx="17"/>
          </p:nvPr>
        </p:nvSpPr>
        <p:spPr/>
        <p:txBody>
          <a:bodyPr/>
          <a:lstStyle/>
          <a:p>
            <a:fld id="{66BEAF41-8FFB-46BD-8359-B4FF53AB7ED5}" type="slidenum">
              <a:rPr lang="de-CH" smtClean="0"/>
              <a:pPr/>
              <a:t>‹#›</a:t>
            </a:fld>
            <a:endParaRPr lang="de-CH" dirty="0"/>
          </a:p>
        </p:txBody>
      </p:sp>
    </p:spTree>
    <p:extLst>
      <p:ext uri="{BB962C8B-B14F-4D97-AF65-F5344CB8AC3E}">
        <p14:creationId xmlns:p14="http://schemas.microsoft.com/office/powerpoint/2010/main" val="15818062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2 Spalt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C6A6031-F48E-4395-A562-DA39F4CF92B3}"/>
              </a:ext>
            </a:extLst>
          </p:cNvPr>
          <p:cNvSpPr>
            <a:spLocks noGrp="1"/>
          </p:cNvSpPr>
          <p:nvPr>
            <p:ph type="title"/>
          </p:nvPr>
        </p:nvSpPr>
        <p:spPr>
          <a:xfrm>
            <a:off x="839788" y="365125"/>
            <a:ext cx="10515600" cy="1325563"/>
          </a:xfrm>
        </p:spPr>
        <p:txBody>
          <a:bodyPr/>
          <a:lstStyle/>
          <a:p>
            <a:r>
              <a:rPr lang="de-DE"/>
              <a:t>Mastertitelformat bearbeiten</a:t>
            </a:r>
            <a:endParaRPr lang="de-CH"/>
          </a:p>
        </p:txBody>
      </p:sp>
      <p:sp>
        <p:nvSpPr>
          <p:cNvPr id="3" name="Textplatzhalter 2">
            <a:extLst>
              <a:ext uri="{FF2B5EF4-FFF2-40B4-BE49-F238E27FC236}">
                <a16:creationId xmlns:a16="http://schemas.microsoft.com/office/drawing/2014/main" id="{0A7A3C39-21FE-44B5-930F-8A6FF18485BB}"/>
              </a:ext>
            </a:extLst>
          </p:cNvPr>
          <p:cNvSpPr>
            <a:spLocks noGrp="1"/>
          </p:cNvSpPr>
          <p:nvPr>
            <p:ph type="body" idx="1"/>
          </p:nvPr>
        </p:nvSpPr>
        <p:spPr>
          <a:xfrm>
            <a:off x="839788" y="1681163"/>
            <a:ext cx="5157787" cy="82391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937B39B5-3462-4EC8-89F6-5893090A2C3D}"/>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dirty="0"/>
          </a:p>
        </p:txBody>
      </p:sp>
      <p:sp>
        <p:nvSpPr>
          <p:cNvPr id="5" name="Textplatzhalter 4">
            <a:extLst>
              <a:ext uri="{FF2B5EF4-FFF2-40B4-BE49-F238E27FC236}">
                <a16:creationId xmlns:a16="http://schemas.microsoft.com/office/drawing/2014/main" id="{0E04E778-4A83-42A6-A29B-A0540EEA9378}"/>
              </a:ext>
            </a:extLst>
          </p:cNvPr>
          <p:cNvSpPr>
            <a:spLocks noGrp="1"/>
          </p:cNvSpPr>
          <p:nvPr>
            <p:ph type="body" sz="quarter" idx="3"/>
          </p:nvPr>
        </p:nvSpPr>
        <p:spPr>
          <a:xfrm>
            <a:off x="6172200" y="1681163"/>
            <a:ext cx="5183188" cy="82391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FD39D0D3-3484-4386-A2CD-6B4A0869115E}"/>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dirty="0"/>
          </a:p>
        </p:txBody>
      </p:sp>
      <p:sp>
        <p:nvSpPr>
          <p:cNvPr id="10" name="Datumsplatzhalter 9">
            <a:extLst>
              <a:ext uri="{FF2B5EF4-FFF2-40B4-BE49-F238E27FC236}">
                <a16:creationId xmlns:a16="http://schemas.microsoft.com/office/drawing/2014/main" id="{D802DA54-DD96-435D-A48B-849A4D3CAFFA}"/>
              </a:ext>
            </a:extLst>
          </p:cNvPr>
          <p:cNvSpPr>
            <a:spLocks noGrp="1"/>
          </p:cNvSpPr>
          <p:nvPr>
            <p:ph type="dt" sz="half" idx="10"/>
          </p:nvPr>
        </p:nvSpPr>
        <p:spPr/>
        <p:txBody>
          <a:bodyPr/>
          <a:lstStyle/>
          <a:p>
            <a:fld id="{005C2A08-A3FD-4BAD-9A0D-5B0FF627DA52}" type="datetime1">
              <a:rPr lang="de-CH" smtClean="0"/>
              <a:t>03.12.2025</a:t>
            </a:fld>
            <a:endParaRPr lang="de-CH" dirty="0"/>
          </a:p>
        </p:txBody>
      </p:sp>
      <p:sp>
        <p:nvSpPr>
          <p:cNvPr id="11" name="Fußzeilenplatzhalter 10">
            <a:extLst>
              <a:ext uri="{FF2B5EF4-FFF2-40B4-BE49-F238E27FC236}">
                <a16:creationId xmlns:a16="http://schemas.microsoft.com/office/drawing/2014/main" id="{5D541829-E093-4097-9C3B-B6AF94A15605}"/>
              </a:ext>
            </a:extLst>
          </p:cNvPr>
          <p:cNvSpPr>
            <a:spLocks noGrp="1"/>
          </p:cNvSpPr>
          <p:nvPr>
            <p:ph type="ftr" sz="quarter" idx="11"/>
          </p:nvPr>
        </p:nvSpPr>
        <p:spPr/>
        <p:txBody>
          <a:bodyPr/>
          <a:lstStyle/>
          <a:p>
            <a:r>
              <a:rPr lang="de-CH"/>
              <a:t>Fusszeile einfügen</a:t>
            </a:r>
            <a:endParaRPr lang="de-CH" dirty="0"/>
          </a:p>
        </p:txBody>
      </p:sp>
      <p:sp>
        <p:nvSpPr>
          <p:cNvPr id="12" name="Foliennummernplatzhalter 11">
            <a:extLst>
              <a:ext uri="{FF2B5EF4-FFF2-40B4-BE49-F238E27FC236}">
                <a16:creationId xmlns:a16="http://schemas.microsoft.com/office/drawing/2014/main" id="{72100424-6AA2-4A24-B318-0A19D3F4A3EC}"/>
              </a:ext>
            </a:extLst>
          </p:cNvPr>
          <p:cNvSpPr>
            <a:spLocks noGrp="1"/>
          </p:cNvSpPr>
          <p:nvPr>
            <p:ph type="sldNum" sz="quarter" idx="12"/>
          </p:nvPr>
        </p:nvSpPr>
        <p:spPr/>
        <p:txBody>
          <a:bodyPr/>
          <a:lstStyle/>
          <a:p>
            <a:fld id="{66BEAF41-8FFB-46BD-8359-B4FF53AB7ED5}" type="slidenum">
              <a:rPr lang="de-CH" smtClean="0"/>
              <a:pPr/>
              <a:t>‹#›</a:t>
            </a:fld>
            <a:endParaRPr lang="de-CH" dirty="0"/>
          </a:p>
        </p:txBody>
      </p:sp>
    </p:spTree>
    <p:extLst>
      <p:ext uri="{BB962C8B-B14F-4D97-AF65-F5344CB8AC3E}">
        <p14:creationId xmlns:p14="http://schemas.microsoft.com/office/powerpoint/2010/main" val="21669914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Spalt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C6A6031-F48E-4395-A562-DA39F4CF92B3}"/>
              </a:ext>
            </a:extLst>
          </p:cNvPr>
          <p:cNvSpPr>
            <a:spLocks noGrp="1"/>
          </p:cNvSpPr>
          <p:nvPr>
            <p:ph type="title"/>
          </p:nvPr>
        </p:nvSpPr>
        <p:spPr>
          <a:xfrm>
            <a:off x="839788" y="365125"/>
            <a:ext cx="10515600" cy="1325563"/>
          </a:xfrm>
        </p:spPr>
        <p:txBody>
          <a:bodyPr/>
          <a:lstStyle>
            <a:lvl1pPr>
              <a:defRPr>
                <a:solidFill>
                  <a:schemeClr val="accent1"/>
                </a:solidFill>
              </a:defRPr>
            </a:lvl1pPr>
          </a:lstStyle>
          <a:p>
            <a:r>
              <a:rPr lang="de-DE"/>
              <a:t>Mastertitelformat bearbeiten</a:t>
            </a:r>
            <a:endParaRPr lang="de-CH"/>
          </a:p>
        </p:txBody>
      </p:sp>
      <p:sp>
        <p:nvSpPr>
          <p:cNvPr id="5" name="Textplatzhalter 4">
            <a:extLst>
              <a:ext uri="{FF2B5EF4-FFF2-40B4-BE49-F238E27FC236}">
                <a16:creationId xmlns:a16="http://schemas.microsoft.com/office/drawing/2014/main" id="{0E04E778-4A83-42A6-A29B-A0540EEA9378}"/>
              </a:ext>
            </a:extLst>
          </p:cNvPr>
          <p:cNvSpPr>
            <a:spLocks noGrp="1"/>
          </p:cNvSpPr>
          <p:nvPr>
            <p:ph type="body" sz="quarter" idx="3"/>
          </p:nvPr>
        </p:nvSpPr>
        <p:spPr>
          <a:xfrm>
            <a:off x="4462054" y="1752815"/>
            <a:ext cx="3267891" cy="823912"/>
          </a:xfrm>
        </p:spPr>
        <p:txBody>
          <a:bodyPr anchor="ctr">
            <a:normAutofit/>
          </a:bodyPr>
          <a:lstStyle>
            <a:lvl1pPr marL="0" indent="0">
              <a:buNone/>
              <a:defRPr sz="1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FD39D0D3-3484-4386-A2CD-6B4A0869115E}"/>
              </a:ext>
            </a:extLst>
          </p:cNvPr>
          <p:cNvSpPr>
            <a:spLocks noGrp="1"/>
          </p:cNvSpPr>
          <p:nvPr>
            <p:ph sz="quarter" idx="4"/>
          </p:nvPr>
        </p:nvSpPr>
        <p:spPr>
          <a:xfrm>
            <a:off x="4462054" y="2604508"/>
            <a:ext cx="3267891" cy="3656807"/>
          </a:xfrm>
        </p:spPr>
        <p:txBody>
          <a:bodyPr>
            <a:normAutofit/>
          </a:bodyPr>
          <a:lstStyle>
            <a:lvl1pPr>
              <a:defRPr sz="2000">
                <a:solidFill>
                  <a:schemeClr val="tx1"/>
                </a:solidFill>
              </a:defRPr>
            </a:lvl1pPr>
            <a:lvl2pPr>
              <a:defRPr sz="18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dirty="0"/>
          </a:p>
        </p:txBody>
      </p:sp>
      <p:sp>
        <p:nvSpPr>
          <p:cNvPr id="10" name="Textplatzhalter 4">
            <a:extLst>
              <a:ext uri="{FF2B5EF4-FFF2-40B4-BE49-F238E27FC236}">
                <a16:creationId xmlns:a16="http://schemas.microsoft.com/office/drawing/2014/main" id="{18DC8DDB-9331-4349-BBE9-E0B5C2AE80B9}"/>
              </a:ext>
            </a:extLst>
          </p:cNvPr>
          <p:cNvSpPr>
            <a:spLocks noGrp="1"/>
          </p:cNvSpPr>
          <p:nvPr>
            <p:ph type="body" sz="quarter" idx="13"/>
          </p:nvPr>
        </p:nvSpPr>
        <p:spPr>
          <a:xfrm>
            <a:off x="8084318" y="1751003"/>
            <a:ext cx="3267891" cy="823912"/>
          </a:xfrm>
        </p:spPr>
        <p:txBody>
          <a:bodyPr anchor="ctr">
            <a:normAutofit/>
          </a:bodyPr>
          <a:lstStyle>
            <a:lvl1pPr marL="0" indent="0">
              <a:buNone/>
              <a:defRPr sz="1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11" name="Inhaltsplatzhalter 5">
            <a:extLst>
              <a:ext uri="{FF2B5EF4-FFF2-40B4-BE49-F238E27FC236}">
                <a16:creationId xmlns:a16="http://schemas.microsoft.com/office/drawing/2014/main" id="{801B274E-0C8E-4A97-BA3A-6E405EDA80F3}"/>
              </a:ext>
            </a:extLst>
          </p:cNvPr>
          <p:cNvSpPr>
            <a:spLocks noGrp="1"/>
          </p:cNvSpPr>
          <p:nvPr>
            <p:ph sz="quarter" idx="14"/>
          </p:nvPr>
        </p:nvSpPr>
        <p:spPr>
          <a:xfrm>
            <a:off x="8084318" y="2574915"/>
            <a:ext cx="3267891" cy="3684588"/>
          </a:xfrm>
        </p:spPr>
        <p:txBody>
          <a:bodyPr>
            <a:normAutofit/>
          </a:bodyPr>
          <a:lstStyle>
            <a:lvl1pPr>
              <a:defRPr sz="2000">
                <a:solidFill>
                  <a:schemeClr val="tx1"/>
                </a:solidFill>
              </a:defRPr>
            </a:lvl1pPr>
            <a:lvl2pPr>
              <a:defRPr sz="18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dirty="0"/>
          </a:p>
        </p:txBody>
      </p:sp>
      <p:sp>
        <p:nvSpPr>
          <p:cNvPr id="8" name="Datumsplatzhalter 7">
            <a:extLst>
              <a:ext uri="{FF2B5EF4-FFF2-40B4-BE49-F238E27FC236}">
                <a16:creationId xmlns:a16="http://schemas.microsoft.com/office/drawing/2014/main" id="{FF646FBD-AF43-430D-B8C7-6A4871CBB9AA}"/>
              </a:ext>
            </a:extLst>
          </p:cNvPr>
          <p:cNvSpPr>
            <a:spLocks noGrp="1"/>
          </p:cNvSpPr>
          <p:nvPr>
            <p:ph type="dt" sz="half" idx="15"/>
          </p:nvPr>
        </p:nvSpPr>
        <p:spPr/>
        <p:txBody>
          <a:bodyPr/>
          <a:lstStyle/>
          <a:p>
            <a:fld id="{9093CEA4-413D-419B-8CFE-C48970F6E85E}" type="datetime1">
              <a:rPr lang="de-CH" smtClean="0"/>
              <a:t>03.12.2025</a:t>
            </a:fld>
            <a:endParaRPr lang="de-CH" dirty="0"/>
          </a:p>
        </p:txBody>
      </p:sp>
      <p:sp>
        <p:nvSpPr>
          <p:cNvPr id="9" name="Fußzeilenplatzhalter 8">
            <a:extLst>
              <a:ext uri="{FF2B5EF4-FFF2-40B4-BE49-F238E27FC236}">
                <a16:creationId xmlns:a16="http://schemas.microsoft.com/office/drawing/2014/main" id="{80E88E76-7F56-461B-AAB1-91B9501AB068}"/>
              </a:ext>
            </a:extLst>
          </p:cNvPr>
          <p:cNvSpPr>
            <a:spLocks noGrp="1"/>
          </p:cNvSpPr>
          <p:nvPr>
            <p:ph type="ftr" sz="quarter" idx="16"/>
          </p:nvPr>
        </p:nvSpPr>
        <p:spPr/>
        <p:txBody>
          <a:bodyPr/>
          <a:lstStyle/>
          <a:p>
            <a:r>
              <a:rPr lang="de-CH"/>
              <a:t>Fusszeile einfügen</a:t>
            </a:r>
            <a:endParaRPr lang="de-CH" dirty="0"/>
          </a:p>
        </p:txBody>
      </p:sp>
      <p:sp>
        <p:nvSpPr>
          <p:cNvPr id="17" name="Foliennummernplatzhalter 16">
            <a:extLst>
              <a:ext uri="{FF2B5EF4-FFF2-40B4-BE49-F238E27FC236}">
                <a16:creationId xmlns:a16="http://schemas.microsoft.com/office/drawing/2014/main" id="{7B191897-C00C-4251-B8BC-A2297E6973A0}"/>
              </a:ext>
            </a:extLst>
          </p:cNvPr>
          <p:cNvSpPr>
            <a:spLocks noGrp="1"/>
          </p:cNvSpPr>
          <p:nvPr>
            <p:ph type="sldNum" sz="quarter" idx="17"/>
          </p:nvPr>
        </p:nvSpPr>
        <p:spPr/>
        <p:txBody>
          <a:bodyPr/>
          <a:lstStyle/>
          <a:p>
            <a:fld id="{66BEAF41-8FFB-46BD-8359-B4FF53AB7ED5}" type="slidenum">
              <a:rPr lang="de-CH" smtClean="0"/>
              <a:pPr/>
              <a:t>‹#›</a:t>
            </a:fld>
            <a:endParaRPr lang="de-CH" dirty="0"/>
          </a:p>
        </p:txBody>
      </p:sp>
      <p:sp>
        <p:nvSpPr>
          <p:cNvPr id="12" name="Textplatzhalter 4">
            <a:extLst>
              <a:ext uri="{FF2B5EF4-FFF2-40B4-BE49-F238E27FC236}">
                <a16:creationId xmlns:a16="http://schemas.microsoft.com/office/drawing/2014/main" id="{C2211413-7973-4FAB-88E2-AD5BE240D808}"/>
              </a:ext>
            </a:extLst>
          </p:cNvPr>
          <p:cNvSpPr>
            <a:spLocks noGrp="1"/>
          </p:cNvSpPr>
          <p:nvPr>
            <p:ph type="body" sz="quarter" idx="18"/>
          </p:nvPr>
        </p:nvSpPr>
        <p:spPr>
          <a:xfrm>
            <a:off x="839790" y="1751003"/>
            <a:ext cx="3267891" cy="823912"/>
          </a:xfrm>
        </p:spPr>
        <p:txBody>
          <a:bodyPr anchor="ctr">
            <a:normAutofit/>
          </a:bodyPr>
          <a:lstStyle>
            <a:lvl1pPr marL="0" indent="0">
              <a:buNone/>
              <a:defRPr sz="1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13" name="Inhaltsplatzhalter 5">
            <a:extLst>
              <a:ext uri="{FF2B5EF4-FFF2-40B4-BE49-F238E27FC236}">
                <a16:creationId xmlns:a16="http://schemas.microsoft.com/office/drawing/2014/main" id="{8EEB9279-E10E-4C0C-AC6B-5070314AAD93}"/>
              </a:ext>
            </a:extLst>
          </p:cNvPr>
          <p:cNvSpPr>
            <a:spLocks noGrp="1"/>
          </p:cNvSpPr>
          <p:nvPr>
            <p:ph sz="quarter" idx="19"/>
          </p:nvPr>
        </p:nvSpPr>
        <p:spPr>
          <a:xfrm>
            <a:off x="839790" y="2602696"/>
            <a:ext cx="3267891" cy="3656807"/>
          </a:xfrm>
        </p:spPr>
        <p:txBody>
          <a:bodyPr>
            <a:normAutofit/>
          </a:bodyPr>
          <a:lstStyle>
            <a:lvl1pPr>
              <a:defRPr sz="2000">
                <a:solidFill>
                  <a:schemeClr val="tx1"/>
                </a:solidFill>
              </a:defRPr>
            </a:lvl1pPr>
            <a:lvl2pPr>
              <a:defRPr sz="18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dirty="0"/>
          </a:p>
        </p:txBody>
      </p:sp>
    </p:spTree>
    <p:extLst>
      <p:ext uri="{BB962C8B-B14F-4D97-AF65-F5344CB8AC3E}">
        <p14:creationId xmlns:p14="http://schemas.microsoft.com/office/powerpoint/2010/main" val="18744929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3 Spalten Titel - blau">
    <p:spTree>
      <p:nvGrpSpPr>
        <p:cNvPr id="1" name=""/>
        <p:cNvGrpSpPr/>
        <p:nvPr/>
      </p:nvGrpSpPr>
      <p:grpSpPr>
        <a:xfrm>
          <a:off x="0" y="0"/>
          <a:ext cx="0" cy="0"/>
          <a:chOff x="0" y="0"/>
          <a:chExt cx="0" cy="0"/>
        </a:xfrm>
      </p:grpSpPr>
      <p:sp>
        <p:nvSpPr>
          <p:cNvPr id="7" name="Rechteck: abgerundete Ecken 6">
            <a:extLst>
              <a:ext uri="{FF2B5EF4-FFF2-40B4-BE49-F238E27FC236}">
                <a16:creationId xmlns:a16="http://schemas.microsoft.com/office/drawing/2014/main" id="{8AFD3FE0-B547-4150-8CAB-0C34CDC3842D}"/>
              </a:ext>
            </a:extLst>
          </p:cNvPr>
          <p:cNvSpPr/>
          <p:nvPr userDrawn="1"/>
        </p:nvSpPr>
        <p:spPr>
          <a:xfrm>
            <a:off x="839788" y="1718469"/>
            <a:ext cx="3251876" cy="447119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5" name="Rechteck: abgerundete Ecken 14">
            <a:extLst>
              <a:ext uri="{FF2B5EF4-FFF2-40B4-BE49-F238E27FC236}">
                <a16:creationId xmlns:a16="http://schemas.microsoft.com/office/drawing/2014/main" id="{2ABF9E42-1FC7-4504-A7A8-60FF480159B7}"/>
              </a:ext>
            </a:extLst>
          </p:cNvPr>
          <p:cNvSpPr/>
          <p:nvPr userDrawn="1"/>
        </p:nvSpPr>
        <p:spPr>
          <a:xfrm>
            <a:off x="4474754" y="1718469"/>
            <a:ext cx="3251876" cy="447119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6" name="Rechteck: abgerundete Ecken 15">
            <a:extLst>
              <a:ext uri="{FF2B5EF4-FFF2-40B4-BE49-F238E27FC236}">
                <a16:creationId xmlns:a16="http://schemas.microsoft.com/office/drawing/2014/main" id="{D845DBC9-6822-4658-932C-7177A71CF1C6}"/>
              </a:ext>
            </a:extLst>
          </p:cNvPr>
          <p:cNvSpPr/>
          <p:nvPr userDrawn="1"/>
        </p:nvSpPr>
        <p:spPr>
          <a:xfrm>
            <a:off x="8084320" y="1738322"/>
            <a:ext cx="3251876" cy="447119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2" name="Titel 1">
            <a:extLst>
              <a:ext uri="{FF2B5EF4-FFF2-40B4-BE49-F238E27FC236}">
                <a16:creationId xmlns:a16="http://schemas.microsoft.com/office/drawing/2014/main" id="{8C6A6031-F48E-4395-A562-DA39F4CF92B3}"/>
              </a:ext>
            </a:extLst>
          </p:cNvPr>
          <p:cNvSpPr>
            <a:spLocks noGrp="1"/>
          </p:cNvSpPr>
          <p:nvPr>
            <p:ph type="title"/>
          </p:nvPr>
        </p:nvSpPr>
        <p:spPr>
          <a:xfrm>
            <a:off x="839788" y="365126"/>
            <a:ext cx="10515600" cy="1179520"/>
          </a:xfrm>
        </p:spPr>
        <p:txBody>
          <a:bodyPr/>
          <a:lstStyle/>
          <a:p>
            <a:r>
              <a:rPr lang="de-DE"/>
              <a:t>Mastertitelformat bearbeiten</a:t>
            </a:r>
            <a:endParaRPr lang="de-CH" dirty="0"/>
          </a:p>
        </p:txBody>
      </p:sp>
      <p:sp>
        <p:nvSpPr>
          <p:cNvPr id="19" name="Textplatzhalter 4">
            <a:extLst>
              <a:ext uri="{FF2B5EF4-FFF2-40B4-BE49-F238E27FC236}">
                <a16:creationId xmlns:a16="http://schemas.microsoft.com/office/drawing/2014/main" id="{6341C527-7CAC-4715-A6D9-D5E36B41645C}"/>
              </a:ext>
            </a:extLst>
          </p:cNvPr>
          <p:cNvSpPr>
            <a:spLocks noGrp="1"/>
          </p:cNvSpPr>
          <p:nvPr>
            <p:ph type="body" sz="quarter" idx="20"/>
          </p:nvPr>
        </p:nvSpPr>
        <p:spPr>
          <a:xfrm>
            <a:off x="1173192" y="1761348"/>
            <a:ext cx="2553419" cy="654673"/>
          </a:xfrm>
        </p:spPr>
        <p:txBody>
          <a:bodyPr anchor="ctr">
            <a:normAutofit/>
          </a:bodyPr>
          <a:lstStyle>
            <a:lvl1pPr marL="0" indent="0" algn="ctr">
              <a:buNone/>
              <a:defRPr sz="1800" b="1">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20" name="Inhaltsplatzhalter 5">
            <a:extLst>
              <a:ext uri="{FF2B5EF4-FFF2-40B4-BE49-F238E27FC236}">
                <a16:creationId xmlns:a16="http://schemas.microsoft.com/office/drawing/2014/main" id="{090FBE59-7CB7-4D5F-9D58-02891DFD61C5}"/>
              </a:ext>
            </a:extLst>
          </p:cNvPr>
          <p:cNvSpPr>
            <a:spLocks noGrp="1"/>
          </p:cNvSpPr>
          <p:nvPr>
            <p:ph sz="quarter" idx="21"/>
          </p:nvPr>
        </p:nvSpPr>
        <p:spPr>
          <a:xfrm>
            <a:off x="1000534" y="2508889"/>
            <a:ext cx="2933111" cy="3506950"/>
          </a:xfrm>
        </p:spPr>
        <p:txBody>
          <a:bodyPr>
            <a:normAutofit/>
          </a:bodyPr>
          <a:lstStyle>
            <a:lvl1pPr>
              <a:defRPr sz="2000">
                <a:solidFill>
                  <a:schemeClr val="accent6"/>
                </a:solidFill>
              </a:defRPr>
            </a:lvl1pPr>
            <a:lvl2pPr>
              <a:defRPr sz="1800">
                <a:solidFill>
                  <a:schemeClr val="accent6"/>
                </a:solidFill>
              </a:defRPr>
            </a:lvl2pPr>
            <a:lvl3pPr>
              <a:defRPr sz="1600">
                <a:solidFill>
                  <a:schemeClr val="accent6"/>
                </a:solidFill>
              </a:defRPr>
            </a:lvl3pPr>
            <a:lvl4pPr>
              <a:defRPr sz="1400">
                <a:solidFill>
                  <a:schemeClr val="accent6"/>
                </a:solidFill>
              </a:defRPr>
            </a:lvl4pPr>
            <a:lvl5pPr>
              <a:defRPr sz="1400">
                <a:solidFill>
                  <a:schemeClr val="accent6"/>
                </a:solidFill>
              </a:defRPr>
            </a:lvl5pPr>
          </a:lstStyle>
          <a:p>
            <a:pPr lvl="0"/>
            <a:r>
              <a:rPr lang="de-DE"/>
              <a:t>Mastertextformat bearbeiten</a:t>
            </a:r>
          </a:p>
          <a:p>
            <a:pPr lvl="1"/>
            <a:r>
              <a:rPr lang="de-DE"/>
              <a:t>Zweite Ebene</a:t>
            </a:r>
          </a:p>
          <a:p>
            <a:pPr lvl="2"/>
            <a:r>
              <a:rPr lang="de-DE"/>
              <a:t>Dritte Ebene</a:t>
            </a:r>
          </a:p>
        </p:txBody>
      </p:sp>
      <p:sp>
        <p:nvSpPr>
          <p:cNvPr id="8" name="Datumsplatzhalter 7">
            <a:extLst>
              <a:ext uri="{FF2B5EF4-FFF2-40B4-BE49-F238E27FC236}">
                <a16:creationId xmlns:a16="http://schemas.microsoft.com/office/drawing/2014/main" id="{83FF21CC-7C77-4830-A965-DC6E5A3EB840}"/>
              </a:ext>
            </a:extLst>
          </p:cNvPr>
          <p:cNvSpPr>
            <a:spLocks noGrp="1"/>
          </p:cNvSpPr>
          <p:nvPr>
            <p:ph type="dt" sz="half" idx="22"/>
          </p:nvPr>
        </p:nvSpPr>
        <p:spPr/>
        <p:txBody>
          <a:bodyPr/>
          <a:lstStyle/>
          <a:p>
            <a:fld id="{8CAC274A-523A-4337-BC8A-EA06BC4805CF}" type="datetime1">
              <a:rPr lang="de-CH" smtClean="0"/>
              <a:t>03.12.2025</a:t>
            </a:fld>
            <a:endParaRPr lang="de-CH" dirty="0"/>
          </a:p>
        </p:txBody>
      </p:sp>
      <p:sp>
        <p:nvSpPr>
          <p:cNvPr id="9" name="Fußzeilenplatzhalter 8">
            <a:extLst>
              <a:ext uri="{FF2B5EF4-FFF2-40B4-BE49-F238E27FC236}">
                <a16:creationId xmlns:a16="http://schemas.microsoft.com/office/drawing/2014/main" id="{1F843FC0-2E53-4F52-8C4B-D09D984BE667}"/>
              </a:ext>
            </a:extLst>
          </p:cNvPr>
          <p:cNvSpPr>
            <a:spLocks noGrp="1"/>
          </p:cNvSpPr>
          <p:nvPr>
            <p:ph type="ftr" sz="quarter" idx="23"/>
          </p:nvPr>
        </p:nvSpPr>
        <p:spPr/>
        <p:txBody>
          <a:bodyPr/>
          <a:lstStyle/>
          <a:p>
            <a:r>
              <a:rPr lang="de-CH"/>
              <a:t>Fusszeile einfügen</a:t>
            </a:r>
            <a:endParaRPr lang="de-CH" dirty="0"/>
          </a:p>
        </p:txBody>
      </p:sp>
      <p:sp>
        <p:nvSpPr>
          <p:cNvPr id="21" name="Foliennummernplatzhalter 20">
            <a:extLst>
              <a:ext uri="{FF2B5EF4-FFF2-40B4-BE49-F238E27FC236}">
                <a16:creationId xmlns:a16="http://schemas.microsoft.com/office/drawing/2014/main" id="{3E276D3A-E3D2-4711-A096-7B913AC80C2B}"/>
              </a:ext>
            </a:extLst>
          </p:cNvPr>
          <p:cNvSpPr>
            <a:spLocks noGrp="1"/>
          </p:cNvSpPr>
          <p:nvPr>
            <p:ph type="sldNum" sz="quarter" idx="24"/>
          </p:nvPr>
        </p:nvSpPr>
        <p:spPr/>
        <p:txBody>
          <a:bodyPr/>
          <a:lstStyle/>
          <a:p>
            <a:fld id="{66BEAF41-8FFB-46BD-8359-B4FF53AB7ED5}" type="slidenum">
              <a:rPr lang="de-CH" smtClean="0"/>
              <a:pPr/>
              <a:t>‹#›</a:t>
            </a:fld>
            <a:endParaRPr lang="de-CH" dirty="0"/>
          </a:p>
        </p:txBody>
      </p:sp>
      <p:sp>
        <p:nvSpPr>
          <p:cNvPr id="22" name="Textplatzhalter 4">
            <a:extLst>
              <a:ext uri="{FF2B5EF4-FFF2-40B4-BE49-F238E27FC236}">
                <a16:creationId xmlns:a16="http://schemas.microsoft.com/office/drawing/2014/main" id="{E7BCE566-FBC7-4BDD-9785-98BD2E69DA45}"/>
              </a:ext>
            </a:extLst>
          </p:cNvPr>
          <p:cNvSpPr>
            <a:spLocks noGrp="1"/>
          </p:cNvSpPr>
          <p:nvPr>
            <p:ph type="body" sz="quarter" idx="25"/>
          </p:nvPr>
        </p:nvSpPr>
        <p:spPr>
          <a:xfrm>
            <a:off x="4802102" y="1799136"/>
            <a:ext cx="2553419" cy="654673"/>
          </a:xfrm>
        </p:spPr>
        <p:txBody>
          <a:bodyPr anchor="ctr">
            <a:normAutofit/>
          </a:bodyPr>
          <a:lstStyle>
            <a:lvl1pPr marL="0" indent="0" algn="ctr">
              <a:buNone/>
              <a:defRPr sz="1800" b="1">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23" name="Inhaltsplatzhalter 5">
            <a:extLst>
              <a:ext uri="{FF2B5EF4-FFF2-40B4-BE49-F238E27FC236}">
                <a16:creationId xmlns:a16="http://schemas.microsoft.com/office/drawing/2014/main" id="{50553B51-FE0E-4B1B-BE49-206AABC96CCC}"/>
              </a:ext>
            </a:extLst>
          </p:cNvPr>
          <p:cNvSpPr>
            <a:spLocks noGrp="1"/>
          </p:cNvSpPr>
          <p:nvPr>
            <p:ph sz="quarter" idx="26"/>
          </p:nvPr>
        </p:nvSpPr>
        <p:spPr>
          <a:xfrm>
            <a:off x="4629444" y="2546677"/>
            <a:ext cx="2933111" cy="3506950"/>
          </a:xfrm>
        </p:spPr>
        <p:txBody>
          <a:bodyPr>
            <a:normAutofit/>
          </a:bodyPr>
          <a:lstStyle>
            <a:lvl1pPr>
              <a:defRPr sz="2000">
                <a:solidFill>
                  <a:schemeClr val="accent6"/>
                </a:solidFill>
              </a:defRPr>
            </a:lvl1pPr>
            <a:lvl2pPr>
              <a:defRPr sz="1800">
                <a:solidFill>
                  <a:schemeClr val="accent6"/>
                </a:solidFill>
              </a:defRPr>
            </a:lvl2pPr>
            <a:lvl3pPr>
              <a:defRPr sz="1600">
                <a:solidFill>
                  <a:schemeClr val="accent6"/>
                </a:solidFill>
              </a:defRPr>
            </a:lvl3pPr>
            <a:lvl4pPr>
              <a:defRPr sz="1400">
                <a:solidFill>
                  <a:schemeClr val="accent6"/>
                </a:solidFill>
              </a:defRPr>
            </a:lvl4pPr>
            <a:lvl5pPr>
              <a:defRPr sz="1400">
                <a:solidFill>
                  <a:schemeClr val="accent6"/>
                </a:solidFill>
              </a:defRPr>
            </a:lvl5pPr>
          </a:lstStyle>
          <a:p>
            <a:pPr lvl="0"/>
            <a:r>
              <a:rPr lang="de-DE"/>
              <a:t>Mastertextformat bearbeiten</a:t>
            </a:r>
          </a:p>
          <a:p>
            <a:pPr lvl="1"/>
            <a:r>
              <a:rPr lang="de-DE"/>
              <a:t>Zweite Ebene</a:t>
            </a:r>
          </a:p>
          <a:p>
            <a:pPr lvl="2"/>
            <a:r>
              <a:rPr lang="de-DE"/>
              <a:t>Dritte Ebene</a:t>
            </a:r>
          </a:p>
        </p:txBody>
      </p:sp>
      <p:sp>
        <p:nvSpPr>
          <p:cNvPr id="26" name="Textplatzhalter 4">
            <a:extLst>
              <a:ext uri="{FF2B5EF4-FFF2-40B4-BE49-F238E27FC236}">
                <a16:creationId xmlns:a16="http://schemas.microsoft.com/office/drawing/2014/main" id="{607E53E5-CEF6-4320-8234-69271F7999F1}"/>
              </a:ext>
            </a:extLst>
          </p:cNvPr>
          <p:cNvSpPr>
            <a:spLocks noGrp="1"/>
          </p:cNvSpPr>
          <p:nvPr>
            <p:ph type="body" sz="quarter" idx="27"/>
          </p:nvPr>
        </p:nvSpPr>
        <p:spPr>
          <a:xfrm>
            <a:off x="8431013" y="1799136"/>
            <a:ext cx="2553419" cy="654673"/>
          </a:xfrm>
        </p:spPr>
        <p:txBody>
          <a:bodyPr anchor="ctr">
            <a:normAutofit/>
          </a:bodyPr>
          <a:lstStyle>
            <a:lvl1pPr marL="0" indent="0" algn="ctr">
              <a:buNone/>
              <a:defRPr sz="1800" b="1">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27" name="Inhaltsplatzhalter 5">
            <a:extLst>
              <a:ext uri="{FF2B5EF4-FFF2-40B4-BE49-F238E27FC236}">
                <a16:creationId xmlns:a16="http://schemas.microsoft.com/office/drawing/2014/main" id="{2F26CD6D-E1F8-4E6F-917A-D9E8C9047C72}"/>
              </a:ext>
            </a:extLst>
          </p:cNvPr>
          <p:cNvSpPr>
            <a:spLocks noGrp="1"/>
          </p:cNvSpPr>
          <p:nvPr>
            <p:ph sz="quarter" idx="28"/>
          </p:nvPr>
        </p:nvSpPr>
        <p:spPr>
          <a:xfrm>
            <a:off x="8258355" y="2546677"/>
            <a:ext cx="2933111" cy="3506950"/>
          </a:xfrm>
        </p:spPr>
        <p:txBody>
          <a:bodyPr>
            <a:normAutofit/>
          </a:bodyPr>
          <a:lstStyle>
            <a:lvl1pPr>
              <a:defRPr sz="2000">
                <a:solidFill>
                  <a:schemeClr val="accent6"/>
                </a:solidFill>
              </a:defRPr>
            </a:lvl1pPr>
            <a:lvl2pPr>
              <a:defRPr sz="1800">
                <a:solidFill>
                  <a:schemeClr val="accent6"/>
                </a:solidFill>
              </a:defRPr>
            </a:lvl2pPr>
            <a:lvl3pPr>
              <a:defRPr sz="1600">
                <a:solidFill>
                  <a:schemeClr val="accent6"/>
                </a:solidFill>
              </a:defRPr>
            </a:lvl3pPr>
            <a:lvl4pPr>
              <a:defRPr sz="1400">
                <a:solidFill>
                  <a:schemeClr val="accent6"/>
                </a:solidFill>
              </a:defRPr>
            </a:lvl4pPr>
            <a:lvl5pPr>
              <a:defRPr sz="1400">
                <a:solidFill>
                  <a:schemeClr val="accent6"/>
                </a:solidFill>
              </a:defRPr>
            </a:lvl5pPr>
          </a:lstStyle>
          <a:p>
            <a:pPr lvl="0"/>
            <a:r>
              <a:rPr lang="de-DE"/>
              <a:t>Mastertextformat bearbeiten</a:t>
            </a:r>
          </a:p>
          <a:p>
            <a:pPr lvl="1"/>
            <a:r>
              <a:rPr lang="de-DE"/>
              <a:t>Zweite Ebene</a:t>
            </a:r>
          </a:p>
          <a:p>
            <a:pPr lvl="2"/>
            <a:r>
              <a:rPr lang="de-DE"/>
              <a:t>Dritte Ebene</a:t>
            </a:r>
          </a:p>
        </p:txBody>
      </p:sp>
    </p:spTree>
    <p:extLst>
      <p:ext uri="{BB962C8B-B14F-4D97-AF65-F5344CB8AC3E}">
        <p14:creationId xmlns:p14="http://schemas.microsoft.com/office/powerpoint/2010/main" val="7912139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 Spalten Titel - nu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C6A6031-F48E-4395-A562-DA39F4CF92B3}"/>
              </a:ext>
            </a:extLst>
          </p:cNvPr>
          <p:cNvSpPr>
            <a:spLocks noGrp="1"/>
          </p:cNvSpPr>
          <p:nvPr>
            <p:ph type="title"/>
          </p:nvPr>
        </p:nvSpPr>
        <p:spPr>
          <a:xfrm>
            <a:off x="839788" y="365125"/>
            <a:ext cx="10515600" cy="1325563"/>
          </a:xfrm>
        </p:spPr>
        <p:txBody>
          <a:bodyPr/>
          <a:lstStyle/>
          <a:p>
            <a:r>
              <a:rPr lang="de-DE"/>
              <a:t>Mastertitelformat bearbeiten</a:t>
            </a:r>
            <a:endParaRPr lang="de-CH"/>
          </a:p>
        </p:txBody>
      </p:sp>
      <p:sp>
        <p:nvSpPr>
          <p:cNvPr id="3" name="Textplatzhalter 2">
            <a:extLst>
              <a:ext uri="{FF2B5EF4-FFF2-40B4-BE49-F238E27FC236}">
                <a16:creationId xmlns:a16="http://schemas.microsoft.com/office/drawing/2014/main" id="{0A7A3C39-21FE-44B5-930F-8A6FF18485BB}"/>
              </a:ext>
            </a:extLst>
          </p:cNvPr>
          <p:cNvSpPr>
            <a:spLocks noGrp="1"/>
          </p:cNvSpPr>
          <p:nvPr>
            <p:ph type="body" idx="1"/>
          </p:nvPr>
        </p:nvSpPr>
        <p:spPr>
          <a:xfrm>
            <a:off x="848203" y="1704301"/>
            <a:ext cx="2520000" cy="823912"/>
          </a:xfrm>
        </p:spPr>
        <p:txBody>
          <a:bodyPr anchor="ctr">
            <a:normAutofit/>
          </a:bodyPr>
          <a:lstStyle>
            <a:lvl1pPr marL="0" indent="0">
              <a:buNone/>
              <a:defRPr sz="1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5" name="Textplatzhalter 4">
            <a:extLst>
              <a:ext uri="{FF2B5EF4-FFF2-40B4-BE49-F238E27FC236}">
                <a16:creationId xmlns:a16="http://schemas.microsoft.com/office/drawing/2014/main" id="{0E04E778-4A83-42A6-A29B-A0540EEA9378}"/>
              </a:ext>
            </a:extLst>
          </p:cNvPr>
          <p:cNvSpPr>
            <a:spLocks noGrp="1"/>
          </p:cNvSpPr>
          <p:nvPr>
            <p:ph type="body" sz="quarter" idx="3"/>
          </p:nvPr>
        </p:nvSpPr>
        <p:spPr>
          <a:xfrm>
            <a:off x="3508966" y="1704301"/>
            <a:ext cx="2520000" cy="823912"/>
          </a:xfrm>
        </p:spPr>
        <p:txBody>
          <a:bodyPr anchor="ctr">
            <a:normAutofit/>
          </a:bodyPr>
          <a:lstStyle>
            <a:lvl1pPr marL="0" indent="0">
              <a:buNone/>
              <a:defRPr sz="1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FD39D0D3-3484-4386-A2CD-6B4A0869115E}"/>
              </a:ext>
            </a:extLst>
          </p:cNvPr>
          <p:cNvSpPr>
            <a:spLocks noGrp="1"/>
          </p:cNvSpPr>
          <p:nvPr>
            <p:ph sz="quarter" idx="4"/>
          </p:nvPr>
        </p:nvSpPr>
        <p:spPr>
          <a:xfrm>
            <a:off x="3508966" y="2563366"/>
            <a:ext cx="2520000" cy="3684588"/>
          </a:xfrm>
        </p:spPr>
        <p:txBody>
          <a:bodyPr>
            <a:normAutofit/>
          </a:bodyPr>
          <a:lstStyle>
            <a:lvl1pPr>
              <a:defRPr sz="1800">
                <a:solidFill>
                  <a:schemeClr val="accent1"/>
                </a:solidFill>
              </a:defRPr>
            </a:lvl1pPr>
            <a:lvl2pPr>
              <a:defRPr sz="1800">
                <a:solidFill>
                  <a:schemeClr val="accent1"/>
                </a:solidFill>
              </a:defRPr>
            </a:lvl2pPr>
            <a:lvl3pPr>
              <a:defRPr sz="1600">
                <a:solidFill>
                  <a:schemeClr val="accent1"/>
                </a:solidFill>
              </a:defRPr>
            </a:lvl3pPr>
            <a:lvl4pPr>
              <a:defRPr sz="1400">
                <a:solidFill>
                  <a:schemeClr val="accent1"/>
                </a:solidFill>
              </a:defRPr>
            </a:lvl4pPr>
            <a:lvl5pPr>
              <a:defRPr sz="1400">
                <a:solidFill>
                  <a:schemeClr val="accent1"/>
                </a:solidFill>
              </a:defRPr>
            </a:lvl5pPr>
          </a:lstStyle>
          <a:p>
            <a:pPr lvl="0"/>
            <a:r>
              <a:rPr lang="de-DE"/>
              <a:t>Mastertextformat bearbeiten</a:t>
            </a:r>
          </a:p>
          <a:p>
            <a:pPr lvl="1"/>
            <a:r>
              <a:rPr lang="de-DE"/>
              <a:t>Zweite Ebene</a:t>
            </a:r>
          </a:p>
          <a:p>
            <a:pPr lvl="2"/>
            <a:r>
              <a:rPr lang="de-DE"/>
              <a:t>Dritte Ebene</a:t>
            </a:r>
          </a:p>
        </p:txBody>
      </p:sp>
      <p:sp>
        <p:nvSpPr>
          <p:cNvPr id="10" name="Textplatzhalter 4">
            <a:extLst>
              <a:ext uri="{FF2B5EF4-FFF2-40B4-BE49-F238E27FC236}">
                <a16:creationId xmlns:a16="http://schemas.microsoft.com/office/drawing/2014/main" id="{BDD24F26-66A1-4722-B660-176584205B10}"/>
              </a:ext>
            </a:extLst>
          </p:cNvPr>
          <p:cNvSpPr>
            <a:spLocks noGrp="1"/>
          </p:cNvSpPr>
          <p:nvPr>
            <p:ph type="body" sz="quarter" idx="13"/>
          </p:nvPr>
        </p:nvSpPr>
        <p:spPr>
          <a:xfrm>
            <a:off x="6166382" y="1704301"/>
            <a:ext cx="2520000" cy="823912"/>
          </a:xfrm>
        </p:spPr>
        <p:txBody>
          <a:bodyPr anchor="ctr">
            <a:normAutofit/>
          </a:bodyPr>
          <a:lstStyle>
            <a:lvl1pPr marL="0" indent="0">
              <a:buNone/>
              <a:defRPr sz="1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11" name="Inhaltsplatzhalter 5">
            <a:extLst>
              <a:ext uri="{FF2B5EF4-FFF2-40B4-BE49-F238E27FC236}">
                <a16:creationId xmlns:a16="http://schemas.microsoft.com/office/drawing/2014/main" id="{5A5A0D86-72D9-4E2C-A6BD-E9459E4AA8C1}"/>
              </a:ext>
            </a:extLst>
          </p:cNvPr>
          <p:cNvSpPr>
            <a:spLocks noGrp="1"/>
          </p:cNvSpPr>
          <p:nvPr>
            <p:ph sz="quarter" idx="14"/>
          </p:nvPr>
        </p:nvSpPr>
        <p:spPr>
          <a:xfrm>
            <a:off x="6177719" y="2563366"/>
            <a:ext cx="2514023" cy="3684588"/>
          </a:xfrm>
        </p:spPr>
        <p:txBody>
          <a:bodyPr>
            <a:normAutofit/>
          </a:bodyPr>
          <a:lstStyle>
            <a:lvl1pPr>
              <a:defRPr sz="1800">
                <a:solidFill>
                  <a:schemeClr val="accent1"/>
                </a:solidFill>
              </a:defRPr>
            </a:lvl1pPr>
            <a:lvl2pPr>
              <a:defRPr sz="1800">
                <a:solidFill>
                  <a:schemeClr val="accent1"/>
                </a:solidFill>
              </a:defRPr>
            </a:lvl2pPr>
            <a:lvl3pPr>
              <a:defRPr sz="1600">
                <a:solidFill>
                  <a:schemeClr val="accent1"/>
                </a:solidFill>
              </a:defRPr>
            </a:lvl3pPr>
            <a:lvl4pPr>
              <a:defRPr sz="1400">
                <a:solidFill>
                  <a:schemeClr val="accent1"/>
                </a:solidFill>
              </a:defRPr>
            </a:lvl4pPr>
            <a:lvl5pPr>
              <a:defRPr sz="1400">
                <a:solidFill>
                  <a:schemeClr val="accent1"/>
                </a:solidFill>
              </a:defRPr>
            </a:lvl5pPr>
          </a:lstStyle>
          <a:p>
            <a:pPr lvl="0"/>
            <a:r>
              <a:rPr lang="de-DE"/>
              <a:t>Mastertextformat bearbeiten</a:t>
            </a:r>
          </a:p>
          <a:p>
            <a:pPr lvl="1"/>
            <a:r>
              <a:rPr lang="de-DE"/>
              <a:t>Zweite Ebene</a:t>
            </a:r>
          </a:p>
          <a:p>
            <a:pPr lvl="2"/>
            <a:r>
              <a:rPr lang="de-DE"/>
              <a:t>Dritte Ebene</a:t>
            </a:r>
          </a:p>
        </p:txBody>
      </p:sp>
      <p:sp>
        <p:nvSpPr>
          <p:cNvPr id="12" name="Textplatzhalter 4">
            <a:extLst>
              <a:ext uri="{FF2B5EF4-FFF2-40B4-BE49-F238E27FC236}">
                <a16:creationId xmlns:a16="http://schemas.microsoft.com/office/drawing/2014/main" id="{68C77B2E-FC5F-40B8-AE42-46A008573BB5}"/>
              </a:ext>
            </a:extLst>
          </p:cNvPr>
          <p:cNvSpPr>
            <a:spLocks noGrp="1"/>
          </p:cNvSpPr>
          <p:nvPr>
            <p:ph type="body" sz="quarter" idx="15"/>
          </p:nvPr>
        </p:nvSpPr>
        <p:spPr>
          <a:xfrm>
            <a:off x="8827144" y="1700213"/>
            <a:ext cx="2520000" cy="828000"/>
          </a:xfrm>
        </p:spPr>
        <p:txBody>
          <a:bodyPr anchor="ctr">
            <a:normAutofit/>
          </a:bodyPr>
          <a:lstStyle>
            <a:lvl1pPr marL="0" indent="0">
              <a:buNone/>
              <a:defRPr sz="1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13" name="Inhaltsplatzhalter 5">
            <a:extLst>
              <a:ext uri="{FF2B5EF4-FFF2-40B4-BE49-F238E27FC236}">
                <a16:creationId xmlns:a16="http://schemas.microsoft.com/office/drawing/2014/main" id="{302D9561-D30A-487C-8BB2-AEDAD0618C42}"/>
              </a:ext>
            </a:extLst>
          </p:cNvPr>
          <p:cNvSpPr>
            <a:spLocks noGrp="1"/>
          </p:cNvSpPr>
          <p:nvPr>
            <p:ph sz="quarter" idx="16"/>
          </p:nvPr>
        </p:nvSpPr>
        <p:spPr>
          <a:xfrm>
            <a:off x="8827144" y="2563366"/>
            <a:ext cx="2520000" cy="3684588"/>
          </a:xfrm>
        </p:spPr>
        <p:txBody>
          <a:bodyPr>
            <a:normAutofit/>
          </a:bodyPr>
          <a:lstStyle>
            <a:lvl1pPr>
              <a:defRPr sz="1800">
                <a:solidFill>
                  <a:schemeClr val="accent1"/>
                </a:solidFill>
              </a:defRPr>
            </a:lvl1pPr>
            <a:lvl2pPr>
              <a:defRPr sz="1800">
                <a:solidFill>
                  <a:schemeClr val="accent1"/>
                </a:solidFill>
              </a:defRPr>
            </a:lvl2pPr>
            <a:lvl3pPr>
              <a:defRPr sz="1600">
                <a:solidFill>
                  <a:schemeClr val="accent1"/>
                </a:solidFill>
              </a:defRPr>
            </a:lvl3pPr>
            <a:lvl4pPr>
              <a:defRPr sz="1400">
                <a:solidFill>
                  <a:schemeClr val="accent1"/>
                </a:solidFill>
              </a:defRPr>
            </a:lvl4pPr>
            <a:lvl5pPr>
              <a:defRPr sz="1400">
                <a:solidFill>
                  <a:schemeClr val="accent1"/>
                </a:solidFill>
              </a:defRPr>
            </a:lvl5pPr>
          </a:lstStyle>
          <a:p>
            <a:pPr lvl="0"/>
            <a:r>
              <a:rPr lang="de-DE"/>
              <a:t>Mastertextformat bearbeiten</a:t>
            </a:r>
          </a:p>
          <a:p>
            <a:pPr lvl="1"/>
            <a:r>
              <a:rPr lang="de-DE"/>
              <a:t>Zweite Ebene</a:t>
            </a:r>
          </a:p>
          <a:p>
            <a:pPr lvl="2"/>
            <a:r>
              <a:rPr lang="de-DE"/>
              <a:t>Dritte Ebene</a:t>
            </a:r>
          </a:p>
        </p:txBody>
      </p:sp>
      <p:sp>
        <p:nvSpPr>
          <p:cNvPr id="19" name="Inhaltsplatzhalter 5">
            <a:extLst>
              <a:ext uri="{FF2B5EF4-FFF2-40B4-BE49-F238E27FC236}">
                <a16:creationId xmlns:a16="http://schemas.microsoft.com/office/drawing/2014/main" id="{478FA0DC-1724-4505-9ED9-4A7CB6A94750}"/>
              </a:ext>
            </a:extLst>
          </p:cNvPr>
          <p:cNvSpPr>
            <a:spLocks noGrp="1"/>
          </p:cNvSpPr>
          <p:nvPr>
            <p:ph sz="quarter" idx="17"/>
          </p:nvPr>
        </p:nvSpPr>
        <p:spPr>
          <a:xfrm>
            <a:off x="848202" y="2563366"/>
            <a:ext cx="2512009" cy="3684588"/>
          </a:xfrm>
        </p:spPr>
        <p:txBody>
          <a:bodyPr>
            <a:normAutofit/>
          </a:bodyPr>
          <a:lstStyle>
            <a:lvl1pPr>
              <a:defRPr sz="1800">
                <a:solidFill>
                  <a:schemeClr val="accent1"/>
                </a:solidFill>
              </a:defRPr>
            </a:lvl1pPr>
            <a:lvl2pPr>
              <a:defRPr sz="1800">
                <a:solidFill>
                  <a:schemeClr val="accent1"/>
                </a:solidFill>
              </a:defRPr>
            </a:lvl2pPr>
            <a:lvl3pPr>
              <a:defRPr sz="1600">
                <a:solidFill>
                  <a:schemeClr val="accent1"/>
                </a:solidFill>
              </a:defRPr>
            </a:lvl3pPr>
            <a:lvl4pPr>
              <a:defRPr sz="1400">
                <a:solidFill>
                  <a:schemeClr val="accent1"/>
                </a:solidFill>
              </a:defRPr>
            </a:lvl4pPr>
            <a:lvl5pPr>
              <a:defRPr sz="1400">
                <a:solidFill>
                  <a:schemeClr val="accent1"/>
                </a:solidFill>
              </a:defRPr>
            </a:lvl5pPr>
          </a:lstStyle>
          <a:p>
            <a:pPr lvl="0"/>
            <a:r>
              <a:rPr lang="de-DE"/>
              <a:t>Mastertextformat bearbeiten</a:t>
            </a:r>
          </a:p>
          <a:p>
            <a:pPr lvl="1"/>
            <a:r>
              <a:rPr lang="de-DE"/>
              <a:t>Zweite Ebene</a:t>
            </a:r>
          </a:p>
          <a:p>
            <a:pPr lvl="2"/>
            <a:r>
              <a:rPr lang="de-DE"/>
              <a:t>Dritte Ebene</a:t>
            </a:r>
          </a:p>
        </p:txBody>
      </p:sp>
      <p:sp>
        <p:nvSpPr>
          <p:cNvPr id="4" name="Datumsplatzhalter 3">
            <a:extLst>
              <a:ext uri="{FF2B5EF4-FFF2-40B4-BE49-F238E27FC236}">
                <a16:creationId xmlns:a16="http://schemas.microsoft.com/office/drawing/2014/main" id="{B435167B-FF3E-44A6-8FF9-C2534B40A6A0}"/>
              </a:ext>
            </a:extLst>
          </p:cNvPr>
          <p:cNvSpPr>
            <a:spLocks noGrp="1"/>
          </p:cNvSpPr>
          <p:nvPr>
            <p:ph type="dt" sz="half" idx="18"/>
          </p:nvPr>
        </p:nvSpPr>
        <p:spPr/>
        <p:txBody>
          <a:bodyPr/>
          <a:lstStyle/>
          <a:p>
            <a:fld id="{B54906B0-BB90-449A-9CB7-4D55D5601617}" type="datetime1">
              <a:rPr lang="de-CH" smtClean="0"/>
              <a:t>03.12.2025</a:t>
            </a:fld>
            <a:endParaRPr lang="de-CH" dirty="0"/>
          </a:p>
        </p:txBody>
      </p:sp>
      <p:sp>
        <p:nvSpPr>
          <p:cNvPr id="18" name="Fußzeilenplatzhalter 17">
            <a:extLst>
              <a:ext uri="{FF2B5EF4-FFF2-40B4-BE49-F238E27FC236}">
                <a16:creationId xmlns:a16="http://schemas.microsoft.com/office/drawing/2014/main" id="{3B2F41EA-67BF-4985-8699-A1AEAFDECA0D}"/>
              </a:ext>
            </a:extLst>
          </p:cNvPr>
          <p:cNvSpPr>
            <a:spLocks noGrp="1"/>
          </p:cNvSpPr>
          <p:nvPr>
            <p:ph type="ftr" sz="quarter" idx="19"/>
          </p:nvPr>
        </p:nvSpPr>
        <p:spPr/>
        <p:txBody>
          <a:bodyPr/>
          <a:lstStyle/>
          <a:p>
            <a:r>
              <a:rPr lang="de-CH"/>
              <a:t>Fusszeile einfügen</a:t>
            </a:r>
            <a:endParaRPr lang="de-CH" dirty="0"/>
          </a:p>
        </p:txBody>
      </p:sp>
      <p:sp>
        <p:nvSpPr>
          <p:cNvPr id="20" name="Foliennummernplatzhalter 19">
            <a:extLst>
              <a:ext uri="{FF2B5EF4-FFF2-40B4-BE49-F238E27FC236}">
                <a16:creationId xmlns:a16="http://schemas.microsoft.com/office/drawing/2014/main" id="{253CB5C6-263E-4160-A4B0-ED0166A1DBF1}"/>
              </a:ext>
            </a:extLst>
          </p:cNvPr>
          <p:cNvSpPr>
            <a:spLocks noGrp="1"/>
          </p:cNvSpPr>
          <p:nvPr>
            <p:ph type="sldNum" sz="quarter" idx="20"/>
          </p:nvPr>
        </p:nvSpPr>
        <p:spPr/>
        <p:txBody>
          <a:bodyPr/>
          <a:lstStyle/>
          <a:p>
            <a:fld id="{66BEAF41-8FFB-46BD-8359-B4FF53AB7ED5}" type="slidenum">
              <a:rPr lang="de-CH" smtClean="0"/>
              <a:pPr/>
              <a:t>‹#›</a:t>
            </a:fld>
            <a:endParaRPr lang="de-CH" dirty="0"/>
          </a:p>
        </p:txBody>
      </p:sp>
    </p:spTree>
    <p:extLst>
      <p:ext uri="{BB962C8B-B14F-4D97-AF65-F5344CB8AC3E}">
        <p14:creationId xmlns:p14="http://schemas.microsoft.com/office/powerpoint/2010/main" val="27527882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4 Spalten Titel - blau">
    <p:spTree>
      <p:nvGrpSpPr>
        <p:cNvPr id="1" name=""/>
        <p:cNvGrpSpPr/>
        <p:nvPr/>
      </p:nvGrpSpPr>
      <p:grpSpPr>
        <a:xfrm>
          <a:off x="0" y="0"/>
          <a:ext cx="0" cy="0"/>
          <a:chOff x="0" y="0"/>
          <a:chExt cx="0" cy="0"/>
        </a:xfrm>
      </p:grpSpPr>
      <p:sp>
        <p:nvSpPr>
          <p:cNvPr id="14" name="Rechteck: abgerundete Ecken 13">
            <a:extLst>
              <a:ext uri="{FF2B5EF4-FFF2-40B4-BE49-F238E27FC236}">
                <a16:creationId xmlns:a16="http://schemas.microsoft.com/office/drawing/2014/main" id="{6ADA5918-04E6-44D9-9288-F5392E151417}"/>
              </a:ext>
            </a:extLst>
          </p:cNvPr>
          <p:cNvSpPr/>
          <p:nvPr userDrawn="1"/>
        </p:nvSpPr>
        <p:spPr>
          <a:xfrm>
            <a:off x="838200" y="1700213"/>
            <a:ext cx="2533350" cy="4547741"/>
          </a:xfrm>
          <a:prstGeom prst="roundRect">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de-CH"/>
          </a:p>
        </p:txBody>
      </p:sp>
      <p:sp>
        <p:nvSpPr>
          <p:cNvPr id="15" name="Rechteck: abgerundete Ecken 14">
            <a:extLst>
              <a:ext uri="{FF2B5EF4-FFF2-40B4-BE49-F238E27FC236}">
                <a16:creationId xmlns:a16="http://schemas.microsoft.com/office/drawing/2014/main" id="{458CFE74-D7E5-43B0-8568-09BE7F99B528}"/>
              </a:ext>
            </a:extLst>
          </p:cNvPr>
          <p:cNvSpPr/>
          <p:nvPr userDrawn="1"/>
        </p:nvSpPr>
        <p:spPr>
          <a:xfrm>
            <a:off x="3494248" y="1700213"/>
            <a:ext cx="2533350" cy="4547741"/>
          </a:xfrm>
          <a:prstGeom prst="roundRect">
            <a:avLst/>
          </a:prstGeom>
          <a:ln>
            <a:solidFill>
              <a:schemeClr val="accent6"/>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CH"/>
          </a:p>
        </p:txBody>
      </p:sp>
      <p:sp>
        <p:nvSpPr>
          <p:cNvPr id="16" name="Rechteck: abgerundete Ecken 15">
            <a:extLst>
              <a:ext uri="{FF2B5EF4-FFF2-40B4-BE49-F238E27FC236}">
                <a16:creationId xmlns:a16="http://schemas.microsoft.com/office/drawing/2014/main" id="{8FDF44DB-C8E6-4E83-8E40-2D6E9CCEF158}"/>
              </a:ext>
            </a:extLst>
          </p:cNvPr>
          <p:cNvSpPr/>
          <p:nvPr userDrawn="1"/>
        </p:nvSpPr>
        <p:spPr>
          <a:xfrm>
            <a:off x="6169728" y="1690688"/>
            <a:ext cx="2533350" cy="4547741"/>
          </a:xfrm>
          <a:prstGeom prst="roundRect">
            <a:avLst/>
          </a:prstGeom>
          <a:ln>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de-CH"/>
          </a:p>
        </p:txBody>
      </p:sp>
      <p:sp>
        <p:nvSpPr>
          <p:cNvPr id="17" name="Rechteck: abgerundete Ecken 16">
            <a:extLst>
              <a:ext uri="{FF2B5EF4-FFF2-40B4-BE49-F238E27FC236}">
                <a16:creationId xmlns:a16="http://schemas.microsoft.com/office/drawing/2014/main" id="{F89DE589-625D-4331-879F-4827370E6BC7}"/>
              </a:ext>
            </a:extLst>
          </p:cNvPr>
          <p:cNvSpPr/>
          <p:nvPr userDrawn="1"/>
        </p:nvSpPr>
        <p:spPr>
          <a:xfrm>
            <a:off x="8838479" y="1690687"/>
            <a:ext cx="2533350" cy="4547741"/>
          </a:xfrm>
          <a:prstGeom prst="roundRect">
            <a:avLst/>
          </a:prstGeom>
          <a:ln>
            <a:solidFill>
              <a:schemeClr val="accent6"/>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de-CH"/>
          </a:p>
        </p:txBody>
      </p:sp>
      <p:sp>
        <p:nvSpPr>
          <p:cNvPr id="2" name="Titel 1">
            <a:extLst>
              <a:ext uri="{FF2B5EF4-FFF2-40B4-BE49-F238E27FC236}">
                <a16:creationId xmlns:a16="http://schemas.microsoft.com/office/drawing/2014/main" id="{8C6A6031-F48E-4395-A562-DA39F4CF92B3}"/>
              </a:ext>
            </a:extLst>
          </p:cNvPr>
          <p:cNvSpPr>
            <a:spLocks noGrp="1"/>
          </p:cNvSpPr>
          <p:nvPr>
            <p:ph type="title"/>
          </p:nvPr>
        </p:nvSpPr>
        <p:spPr>
          <a:xfrm>
            <a:off x="839788" y="365125"/>
            <a:ext cx="10515600" cy="1325563"/>
          </a:xfrm>
        </p:spPr>
        <p:txBody>
          <a:bodyPr/>
          <a:lstStyle/>
          <a:p>
            <a:r>
              <a:rPr lang="de-DE"/>
              <a:t>Mastertitelformat bearbeiten</a:t>
            </a:r>
            <a:endParaRPr lang="de-CH"/>
          </a:p>
        </p:txBody>
      </p:sp>
      <p:sp>
        <p:nvSpPr>
          <p:cNvPr id="3" name="Textplatzhalter 2">
            <a:extLst>
              <a:ext uri="{FF2B5EF4-FFF2-40B4-BE49-F238E27FC236}">
                <a16:creationId xmlns:a16="http://schemas.microsoft.com/office/drawing/2014/main" id="{0A7A3C39-21FE-44B5-930F-8A6FF18485BB}"/>
              </a:ext>
            </a:extLst>
          </p:cNvPr>
          <p:cNvSpPr>
            <a:spLocks noGrp="1"/>
          </p:cNvSpPr>
          <p:nvPr>
            <p:ph type="body" idx="1"/>
          </p:nvPr>
        </p:nvSpPr>
        <p:spPr>
          <a:xfrm>
            <a:off x="952499" y="1803400"/>
            <a:ext cx="2273301" cy="759966"/>
          </a:xfrm>
        </p:spPr>
        <p:txBody>
          <a:bodyPr anchor="ctr">
            <a:normAutofit/>
          </a:bodyPr>
          <a:lstStyle>
            <a:lvl1pPr marL="0" indent="0">
              <a:buNone/>
              <a:defRPr sz="1800" b="1">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10" name="Textplatzhalter 4">
            <a:extLst>
              <a:ext uri="{FF2B5EF4-FFF2-40B4-BE49-F238E27FC236}">
                <a16:creationId xmlns:a16="http://schemas.microsoft.com/office/drawing/2014/main" id="{BDD24F26-66A1-4722-B660-176584205B10}"/>
              </a:ext>
            </a:extLst>
          </p:cNvPr>
          <p:cNvSpPr>
            <a:spLocks noGrp="1"/>
          </p:cNvSpPr>
          <p:nvPr>
            <p:ph type="body" sz="quarter" idx="13"/>
          </p:nvPr>
        </p:nvSpPr>
        <p:spPr>
          <a:xfrm>
            <a:off x="6270678" y="1803400"/>
            <a:ext cx="2273301" cy="759966"/>
          </a:xfrm>
        </p:spPr>
        <p:txBody>
          <a:bodyPr anchor="ctr">
            <a:normAutofit/>
          </a:bodyPr>
          <a:lstStyle>
            <a:lvl1pPr marL="0" indent="0">
              <a:buNone/>
              <a:defRPr sz="1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11" name="Inhaltsplatzhalter 5">
            <a:extLst>
              <a:ext uri="{FF2B5EF4-FFF2-40B4-BE49-F238E27FC236}">
                <a16:creationId xmlns:a16="http://schemas.microsoft.com/office/drawing/2014/main" id="{5A5A0D86-72D9-4E2C-A6BD-E9459E4AA8C1}"/>
              </a:ext>
            </a:extLst>
          </p:cNvPr>
          <p:cNvSpPr>
            <a:spLocks noGrp="1"/>
          </p:cNvSpPr>
          <p:nvPr>
            <p:ph sz="quarter" idx="14"/>
          </p:nvPr>
        </p:nvSpPr>
        <p:spPr>
          <a:xfrm>
            <a:off x="6293555" y="2565013"/>
            <a:ext cx="2273301" cy="3581787"/>
          </a:xfrm>
        </p:spPr>
        <p:txBody>
          <a:bodyPr>
            <a:normAutofit/>
          </a:bodyPr>
          <a:lstStyle>
            <a:lvl1pPr>
              <a:defRPr sz="1800">
                <a:solidFill>
                  <a:schemeClr val="accent1"/>
                </a:solidFill>
              </a:defRPr>
            </a:lvl1pPr>
            <a:lvl2pPr>
              <a:defRPr sz="1800">
                <a:solidFill>
                  <a:schemeClr val="accent1"/>
                </a:solidFill>
              </a:defRPr>
            </a:lvl2pPr>
            <a:lvl3pPr>
              <a:defRPr sz="1600">
                <a:solidFill>
                  <a:schemeClr val="accent1"/>
                </a:solidFill>
              </a:defRPr>
            </a:lvl3pPr>
            <a:lvl4pPr>
              <a:defRPr sz="1400">
                <a:solidFill>
                  <a:schemeClr val="accent1"/>
                </a:solidFill>
              </a:defRPr>
            </a:lvl4pPr>
            <a:lvl5pPr>
              <a:defRPr sz="1400">
                <a:solidFill>
                  <a:schemeClr val="accent1"/>
                </a:solidFill>
              </a:defRPr>
            </a:lvl5pPr>
          </a:lstStyle>
          <a:p>
            <a:pPr lvl="0"/>
            <a:r>
              <a:rPr lang="de-DE"/>
              <a:t>Mastertextformat bearbeiten</a:t>
            </a:r>
          </a:p>
          <a:p>
            <a:pPr lvl="1"/>
            <a:r>
              <a:rPr lang="de-DE"/>
              <a:t>Zweite Ebene</a:t>
            </a:r>
          </a:p>
        </p:txBody>
      </p:sp>
      <p:sp>
        <p:nvSpPr>
          <p:cNvPr id="12" name="Textplatzhalter 4">
            <a:extLst>
              <a:ext uri="{FF2B5EF4-FFF2-40B4-BE49-F238E27FC236}">
                <a16:creationId xmlns:a16="http://schemas.microsoft.com/office/drawing/2014/main" id="{68C77B2E-FC5F-40B8-AE42-46A008573BB5}"/>
              </a:ext>
            </a:extLst>
          </p:cNvPr>
          <p:cNvSpPr>
            <a:spLocks noGrp="1"/>
          </p:cNvSpPr>
          <p:nvPr>
            <p:ph type="body" sz="quarter" idx="15"/>
          </p:nvPr>
        </p:nvSpPr>
        <p:spPr>
          <a:xfrm>
            <a:off x="8931440" y="1803912"/>
            <a:ext cx="2273301" cy="763737"/>
          </a:xfrm>
        </p:spPr>
        <p:txBody>
          <a:bodyPr anchor="ctr">
            <a:normAutofit/>
          </a:bodyPr>
          <a:lstStyle>
            <a:lvl1pPr marL="0" indent="0">
              <a:buNone/>
              <a:defRPr sz="1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13" name="Inhaltsplatzhalter 5">
            <a:extLst>
              <a:ext uri="{FF2B5EF4-FFF2-40B4-BE49-F238E27FC236}">
                <a16:creationId xmlns:a16="http://schemas.microsoft.com/office/drawing/2014/main" id="{302D9561-D30A-487C-8BB2-AEDAD0618C42}"/>
              </a:ext>
            </a:extLst>
          </p:cNvPr>
          <p:cNvSpPr>
            <a:spLocks noGrp="1"/>
          </p:cNvSpPr>
          <p:nvPr>
            <p:ph sz="quarter" idx="16"/>
          </p:nvPr>
        </p:nvSpPr>
        <p:spPr>
          <a:xfrm>
            <a:off x="8948956" y="2563366"/>
            <a:ext cx="2273301" cy="3581787"/>
          </a:xfrm>
        </p:spPr>
        <p:txBody>
          <a:bodyPr>
            <a:normAutofit/>
          </a:bodyPr>
          <a:lstStyle>
            <a:lvl1pPr>
              <a:defRPr sz="1800">
                <a:solidFill>
                  <a:schemeClr val="accent1"/>
                </a:solidFill>
              </a:defRPr>
            </a:lvl1pPr>
            <a:lvl2pPr>
              <a:defRPr sz="1800">
                <a:solidFill>
                  <a:schemeClr val="accent1"/>
                </a:solidFill>
              </a:defRPr>
            </a:lvl2pPr>
            <a:lvl3pPr>
              <a:defRPr sz="1600">
                <a:solidFill>
                  <a:schemeClr val="accent1"/>
                </a:solidFill>
              </a:defRPr>
            </a:lvl3pPr>
            <a:lvl4pPr>
              <a:defRPr sz="1400">
                <a:solidFill>
                  <a:schemeClr val="accent1"/>
                </a:solidFill>
              </a:defRPr>
            </a:lvl4pPr>
            <a:lvl5pPr>
              <a:defRPr sz="1400">
                <a:solidFill>
                  <a:schemeClr val="accent1"/>
                </a:solidFill>
              </a:defRPr>
            </a:lvl5pPr>
          </a:lstStyle>
          <a:p>
            <a:pPr lvl="0"/>
            <a:r>
              <a:rPr lang="de-DE"/>
              <a:t>Mastertextformat bearbeiten</a:t>
            </a:r>
          </a:p>
          <a:p>
            <a:pPr lvl="1"/>
            <a:r>
              <a:rPr lang="de-DE"/>
              <a:t>Zweite Ebene</a:t>
            </a:r>
          </a:p>
        </p:txBody>
      </p:sp>
      <p:sp>
        <p:nvSpPr>
          <p:cNvPr id="19" name="Inhaltsplatzhalter 5">
            <a:extLst>
              <a:ext uri="{FF2B5EF4-FFF2-40B4-BE49-F238E27FC236}">
                <a16:creationId xmlns:a16="http://schemas.microsoft.com/office/drawing/2014/main" id="{478FA0DC-1724-4505-9ED9-4A7CB6A94750}"/>
              </a:ext>
            </a:extLst>
          </p:cNvPr>
          <p:cNvSpPr>
            <a:spLocks noGrp="1"/>
          </p:cNvSpPr>
          <p:nvPr>
            <p:ph sz="quarter" idx="17"/>
          </p:nvPr>
        </p:nvSpPr>
        <p:spPr>
          <a:xfrm>
            <a:off x="952499" y="2524125"/>
            <a:ext cx="2273301" cy="3581787"/>
          </a:xfrm>
        </p:spPr>
        <p:txBody>
          <a:bodyPr>
            <a:normAutofit/>
          </a:bodyPr>
          <a:lstStyle>
            <a:lvl1pPr>
              <a:defRPr sz="18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de-DE"/>
              <a:t>Mastertextformat bearbeiten</a:t>
            </a:r>
          </a:p>
          <a:p>
            <a:pPr lvl="1"/>
            <a:r>
              <a:rPr lang="de-DE"/>
              <a:t>Zweite Ebene</a:t>
            </a:r>
          </a:p>
        </p:txBody>
      </p:sp>
      <p:sp>
        <p:nvSpPr>
          <p:cNvPr id="22" name="Datumsplatzhalter 21">
            <a:extLst>
              <a:ext uri="{FF2B5EF4-FFF2-40B4-BE49-F238E27FC236}">
                <a16:creationId xmlns:a16="http://schemas.microsoft.com/office/drawing/2014/main" id="{B65087F3-D122-4F4F-9C1B-E7B501CB46EA}"/>
              </a:ext>
            </a:extLst>
          </p:cNvPr>
          <p:cNvSpPr>
            <a:spLocks noGrp="1"/>
          </p:cNvSpPr>
          <p:nvPr>
            <p:ph type="dt" sz="half" idx="18"/>
          </p:nvPr>
        </p:nvSpPr>
        <p:spPr/>
        <p:txBody>
          <a:bodyPr/>
          <a:lstStyle/>
          <a:p>
            <a:fld id="{D6BE2C4A-3297-4F48-92D3-2EC577C7CBC8}" type="datetime1">
              <a:rPr lang="de-CH" smtClean="0"/>
              <a:t>03.12.2025</a:t>
            </a:fld>
            <a:endParaRPr lang="de-CH" dirty="0"/>
          </a:p>
        </p:txBody>
      </p:sp>
      <p:sp>
        <p:nvSpPr>
          <p:cNvPr id="23" name="Fußzeilenplatzhalter 22">
            <a:extLst>
              <a:ext uri="{FF2B5EF4-FFF2-40B4-BE49-F238E27FC236}">
                <a16:creationId xmlns:a16="http://schemas.microsoft.com/office/drawing/2014/main" id="{494C62A4-D0FF-4165-B0A5-DBF55BD287B9}"/>
              </a:ext>
            </a:extLst>
          </p:cNvPr>
          <p:cNvSpPr>
            <a:spLocks noGrp="1"/>
          </p:cNvSpPr>
          <p:nvPr>
            <p:ph type="ftr" sz="quarter" idx="19"/>
          </p:nvPr>
        </p:nvSpPr>
        <p:spPr/>
        <p:txBody>
          <a:bodyPr/>
          <a:lstStyle/>
          <a:p>
            <a:r>
              <a:rPr lang="de-CH"/>
              <a:t>Fusszeile einfügen</a:t>
            </a:r>
            <a:endParaRPr lang="de-CH" dirty="0"/>
          </a:p>
        </p:txBody>
      </p:sp>
      <p:sp>
        <p:nvSpPr>
          <p:cNvPr id="24" name="Foliennummernplatzhalter 23">
            <a:extLst>
              <a:ext uri="{FF2B5EF4-FFF2-40B4-BE49-F238E27FC236}">
                <a16:creationId xmlns:a16="http://schemas.microsoft.com/office/drawing/2014/main" id="{1A52EB53-F386-4955-87AE-36D9BA6F2FD1}"/>
              </a:ext>
            </a:extLst>
          </p:cNvPr>
          <p:cNvSpPr>
            <a:spLocks noGrp="1"/>
          </p:cNvSpPr>
          <p:nvPr>
            <p:ph type="sldNum" sz="quarter" idx="20"/>
          </p:nvPr>
        </p:nvSpPr>
        <p:spPr/>
        <p:txBody>
          <a:bodyPr/>
          <a:lstStyle/>
          <a:p>
            <a:fld id="{66BEAF41-8FFB-46BD-8359-B4FF53AB7ED5}" type="slidenum">
              <a:rPr lang="de-CH" smtClean="0"/>
              <a:pPr/>
              <a:t>‹#›</a:t>
            </a:fld>
            <a:endParaRPr lang="de-CH" dirty="0"/>
          </a:p>
        </p:txBody>
      </p:sp>
      <p:sp>
        <p:nvSpPr>
          <p:cNvPr id="18" name="Textplatzhalter 2">
            <a:extLst>
              <a:ext uri="{FF2B5EF4-FFF2-40B4-BE49-F238E27FC236}">
                <a16:creationId xmlns:a16="http://schemas.microsoft.com/office/drawing/2014/main" id="{FFEA3C0E-E383-4D4D-85F9-BC2DC76675EE}"/>
              </a:ext>
            </a:extLst>
          </p:cNvPr>
          <p:cNvSpPr>
            <a:spLocks noGrp="1"/>
          </p:cNvSpPr>
          <p:nvPr>
            <p:ph type="body" idx="21"/>
          </p:nvPr>
        </p:nvSpPr>
        <p:spPr>
          <a:xfrm>
            <a:off x="3627979" y="1842641"/>
            <a:ext cx="2273301" cy="759966"/>
          </a:xfrm>
        </p:spPr>
        <p:txBody>
          <a:bodyPr anchor="ctr">
            <a:normAutofit/>
          </a:bodyPr>
          <a:lstStyle>
            <a:lvl1pPr marL="0" indent="0">
              <a:buNone/>
              <a:defRPr sz="1800" b="1">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20" name="Inhaltsplatzhalter 5">
            <a:extLst>
              <a:ext uri="{FF2B5EF4-FFF2-40B4-BE49-F238E27FC236}">
                <a16:creationId xmlns:a16="http://schemas.microsoft.com/office/drawing/2014/main" id="{F541A915-5CFA-4718-8092-E731CE4E2F84}"/>
              </a:ext>
            </a:extLst>
          </p:cNvPr>
          <p:cNvSpPr>
            <a:spLocks noGrp="1"/>
          </p:cNvSpPr>
          <p:nvPr>
            <p:ph sz="quarter" idx="22"/>
          </p:nvPr>
        </p:nvSpPr>
        <p:spPr>
          <a:xfrm>
            <a:off x="3627979" y="2563366"/>
            <a:ext cx="2273301" cy="3581787"/>
          </a:xfrm>
        </p:spPr>
        <p:txBody>
          <a:bodyPr>
            <a:normAutofit/>
          </a:bodyPr>
          <a:lstStyle>
            <a:lvl1pPr>
              <a:defRPr sz="18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de-DE"/>
              <a:t>Mastertextformat bearbeiten</a:t>
            </a:r>
          </a:p>
          <a:p>
            <a:pPr lvl="1"/>
            <a:r>
              <a:rPr lang="de-DE"/>
              <a:t>Zweite Ebene</a:t>
            </a:r>
          </a:p>
        </p:txBody>
      </p:sp>
    </p:spTree>
    <p:extLst>
      <p:ext uri="{BB962C8B-B14F-4D97-AF65-F5344CB8AC3E}">
        <p14:creationId xmlns:p14="http://schemas.microsoft.com/office/powerpoint/2010/main" val="12173664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Zahlen hervorheben">
    <p:spTree>
      <p:nvGrpSpPr>
        <p:cNvPr id="1" name=""/>
        <p:cNvGrpSpPr/>
        <p:nvPr/>
      </p:nvGrpSpPr>
      <p:grpSpPr>
        <a:xfrm>
          <a:off x="0" y="0"/>
          <a:ext cx="0" cy="0"/>
          <a:chOff x="0" y="0"/>
          <a:chExt cx="0" cy="0"/>
        </a:xfrm>
      </p:grpSpPr>
      <p:sp>
        <p:nvSpPr>
          <p:cNvPr id="9" name="Rechteck: abgerundete Ecken 8">
            <a:extLst>
              <a:ext uri="{FF2B5EF4-FFF2-40B4-BE49-F238E27FC236}">
                <a16:creationId xmlns:a16="http://schemas.microsoft.com/office/drawing/2014/main" id="{45A99F29-954A-4F34-9A24-B6BCDD0D256F}"/>
              </a:ext>
            </a:extLst>
          </p:cNvPr>
          <p:cNvSpPr/>
          <p:nvPr userDrawn="1"/>
        </p:nvSpPr>
        <p:spPr>
          <a:xfrm>
            <a:off x="241300" y="1917700"/>
            <a:ext cx="3797300" cy="2781300"/>
          </a:xfrm>
          <a:prstGeom prst="roundRect">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de-CH"/>
          </a:p>
        </p:txBody>
      </p:sp>
      <p:sp>
        <p:nvSpPr>
          <p:cNvPr id="8" name="Textplatzhalter 7">
            <a:extLst>
              <a:ext uri="{FF2B5EF4-FFF2-40B4-BE49-F238E27FC236}">
                <a16:creationId xmlns:a16="http://schemas.microsoft.com/office/drawing/2014/main" id="{4A519CE5-6FD1-43A9-A0E2-4F6A3686574F}"/>
              </a:ext>
            </a:extLst>
          </p:cNvPr>
          <p:cNvSpPr>
            <a:spLocks noGrp="1"/>
          </p:cNvSpPr>
          <p:nvPr>
            <p:ph type="body" sz="quarter" idx="10" hasCustomPrompt="1"/>
          </p:nvPr>
        </p:nvSpPr>
        <p:spPr>
          <a:xfrm>
            <a:off x="704850" y="2171700"/>
            <a:ext cx="2870200" cy="1003300"/>
          </a:xfrm>
        </p:spPr>
        <p:txBody>
          <a:bodyPr>
            <a:normAutofit/>
          </a:bodyPr>
          <a:lstStyle>
            <a:lvl1pPr marL="0" indent="0" algn="ctr">
              <a:buNone/>
              <a:defRPr sz="6600" b="1">
                <a:solidFill>
                  <a:schemeClr val="bg1"/>
                </a:solidFill>
              </a:defRPr>
            </a:lvl1pPr>
            <a:lvl2pPr marL="457200" indent="0" algn="ctr">
              <a:buNone/>
              <a:defRPr>
                <a:solidFill>
                  <a:schemeClr val="bg1"/>
                </a:solidFill>
              </a:defRPr>
            </a:lvl2pPr>
          </a:lstStyle>
          <a:p>
            <a:pPr lvl="0"/>
            <a:r>
              <a:rPr lang="de-DE" dirty="0"/>
              <a:t>Zahl</a:t>
            </a:r>
          </a:p>
        </p:txBody>
      </p:sp>
      <p:sp>
        <p:nvSpPr>
          <p:cNvPr id="6" name="Titel 5">
            <a:extLst>
              <a:ext uri="{FF2B5EF4-FFF2-40B4-BE49-F238E27FC236}">
                <a16:creationId xmlns:a16="http://schemas.microsoft.com/office/drawing/2014/main" id="{D9E21A30-15CA-48AF-8DFB-965B80CA72EF}"/>
              </a:ext>
            </a:extLst>
          </p:cNvPr>
          <p:cNvSpPr>
            <a:spLocks noGrp="1"/>
          </p:cNvSpPr>
          <p:nvPr>
            <p:ph type="title"/>
          </p:nvPr>
        </p:nvSpPr>
        <p:spPr/>
        <p:txBody>
          <a:bodyPr/>
          <a:lstStyle/>
          <a:p>
            <a:r>
              <a:rPr lang="de-DE"/>
              <a:t>Mastertitelformat bearbeiten</a:t>
            </a:r>
            <a:endParaRPr lang="de-CH"/>
          </a:p>
        </p:txBody>
      </p:sp>
      <p:sp>
        <p:nvSpPr>
          <p:cNvPr id="10" name="Rechteck: abgerundete Ecken 9">
            <a:extLst>
              <a:ext uri="{FF2B5EF4-FFF2-40B4-BE49-F238E27FC236}">
                <a16:creationId xmlns:a16="http://schemas.microsoft.com/office/drawing/2014/main" id="{7D01DC4D-0FAC-4267-86B6-676AEF131940}"/>
              </a:ext>
            </a:extLst>
          </p:cNvPr>
          <p:cNvSpPr/>
          <p:nvPr userDrawn="1"/>
        </p:nvSpPr>
        <p:spPr>
          <a:xfrm>
            <a:off x="4191000" y="1917700"/>
            <a:ext cx="3797300" cy="2781300"/>
          </a:xfrm>
          <a:prstGeom prst="roundRect">
            <a:avLst/>
          </a:prstGeom>
          <a:solidFill>
            <a:schemeClr val="accent3"/>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de-CH"/>
          </a:p>
        </p:txBody>
      </p:sp>
      <p:sp>
        <p:nvSpPr>
          <p:cNvPr id="12" name="Rechteck: abgerundete Ecken 11">
            <a:extLst>
              <a:ext uri="{FF2B5EF4-FFF2-40B4-BE49-F238E27FC236}">
                <a16:creationId xmlns:a16="http://schemas.microsoft.com/office/drawing/2014/main" id="{14D8F2E4-0776-45BC-9168-06C717770507}"/>
              </a:ext>
            </a:extLst>
          </p:cNvPr>
          <p:cNvSpPr/>
          <p:nvPr userDrawn="1"/>
        </p:nvSpPr>
        <p:spPr>
          <a:xfrm>
            <a:off x="8140700" y="1917700"/>
            <a:ext cx="3797300" cy="2781300"/>
          </a:xfrm>
          <a:prstGeom prst="roundRect">
            <a:avLst/>
          </a:prstGeom>
          <a:solidFill>
            <a:schemeClr val="accent5"/>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de-CH"/>
          </a:p>
        </p:txBody>
      </p:sp>
      <p:sp>
        <p:nvSpPr>
          <p:cNvPr id="15" name="Inhaltsplatzhalter 14">
            <a:extLst>
              <a:ext uri="{FF2B5EF4-FFF2-40B4-BE49-F238E27FC236}">
                <a16:creationId xmlns:a16="http://schemas.microsoft.com/office/drawing/2014/main" id="{787E9D79-EC00-4961-90D0-FEC8FEC9294A}"/>
              </a:ext>
            </a:extLst>
          </p:cNvPr>
          <p:cNvSpPr>
            <a:spLocks noGrp="1"/>
          </p:cNvSpPr>
          <p:nvPr>
            <p:ph sz="quarter" idx="13" hasCustomPrompt="1"/>
          </p:nvPr>
        </p:nvSpPr>
        <p:spPr>
          <a:xfrm>
            <a:off x="838199" y="4965700"/>
            <a:ext cx="10515600" cy="1155700"/>
          </a:xfrm>
        </p:spPr>
        <p:txBody>
          <a:bodyPr>
            <a:normAutofit/>
          </a:bodyPr>
          <a:lstStyle>
            <a:lvl1pPr marL="0" indent="0">
              <a:buNone/>
              <a:defRPr sz="2000" b="0">
                <a:solidFill>
                  <a:schemeClr val="tx1"/>
                </a:solidFill>
              </a:defRPr>
            </a:lvl1pPr>
            <a:lvl2pPr>
              <a:defRPr sz="1800"/>
            </a:lvl2pPr>
          </a:lstStyle>
          <a:p>
            <a:pPr lvl="0"/>
            <a:r>
              <a:rPr lang="de-DE" dirty="0"/>
              <a:t>Beschreibung</a:t>
            </a:r>
            <a:endParaRPr lang="de-CH" dirty="0"/>
          </a:p>
        </p:txBody>
      </p:sp>
      <p:sp>
        <p:nvSpPr>
          <p:cNvPr id="17" name="Textplatzhalter 16">
            <a:extLst>
              <a:ext uri="{FF2B5EF4-FFF2-40B4-BE49-F238E27FC236}">
                <a16:creationId xmlns:a16="http://schemas.microsoft.com/office/drawing/2014/main" id="{38F03C93-B9A2-4693-8281-041857B40C16}"/>
              </a:ext>
            </a:extLst>
          </p:cNvPr>
          <p:cNvSpPr>
            <a:spLocks noGrp="1"/>
          </p:cNvSpPr>
          <p:nvPr>
            <p:ph type="body" sz="quarter" idx="14" hasCustomPrompt="1"/>
          </p:nvPr>
        </p:nvSpPr>
        <p:spPr>
          <a:xfrm>
            <a:off x="704850" y="3402012"/>
            <a:ext cx="2895600" cy="865188"/>
          </a:xfrm>
        </p:spPr>
        <p:txBody>
          <a:bodyPr>
            <a:noAutofit/>
          </a:bodyPr>
          <a:lstStyle>
            <a:lvl1pPr marL="0" indent="0" algn="ctr">
              <a:buNone/>
              <a:defRPr sz="1800">
                <a:solidFill>
                  <a:schemeClr val="accent6"/>
                </a:solidFill>
              </a:defRPr>
            </a:lvl1pPr>
            <a:lvl2pPr marL="457200" indent="0">
              <a:buNone/>
              <a:defRPr sz="1600">
                <a:solidFill>
                  <a:schemeClr val="accent6"/>
                </a:solidFill>
              </a:defRPr>
            </a:lvl2pPr>
            <a:lvl3pPr marL="914400" indent="0">
              <a:buNone/>
              <a:defRPr sz="1400">
                <a:solidFill>
                  <a:schemeClr val="accent6"/>
                </a:solidFill>
              </a:defRPr>
            </a:lvl3pPr>
            <a:lvl4pPr marL="1371600" indent="0">
              <a:buNone/>
              <a:defRPr sz="1200">
                <a:solidFill>
                  <a:schemeClr val="accent6"/>
                </a:solidFill>
              </a:defRPr>
            </a:lvl4pPr>
            <a:lvl5pPr marL="1828800" indent="0">
              <a:buNone/>
              <a:defRPr sz="1200">
                <a:solidFill>
                  <a:schemeClr val="accent6"/>
                </a:solidFill>
              </a:defRPr>
            </a:lvl5pPr>
          </a:lstStyle>
          <a:p>
            <a:pPr lvl="0"/>
            <a:r>
              <a:rPr lang="de-DE" dirty="0"/>
              <a:t>Erklärungstext</a:t>
            </a:r>
            <a:endParaRPr lang="de-CH" dirty="0"/>
          </a:p>
        </p:txBody>
      </p:sp>
      <p:sp>
        <p:nvSpPr>
          <p:cNvPr id="18" name="Textplatzhalter 7">
            <a:extLst>
              <a:ext uri="{FF2B5EF4-FFF2-40B4-BE49-F238E27FC236}">
                <a16:creationId xmlns:a16="http://schemas.microsoft.com/office/drawing/2014/main" id="{201E5570-0B7D-4AC5-A32C-36BB571D2600}"/>
              </a:ext>
            </a:extLst>
          </p:cNvPr>
          <p:cNvSpPr>
            <a:spLocks noGrp="1"/>
          </p:cNvSpPr>
          <p:nvPr>
            <p:ph type="body" sz="quarter" idx="15" hasCustomPrompt="1"/>
          </p:nvPr>
        </p:nvSpPr>
        <p:spPr>
          <a:xfrm>
            <a:off x="4641850" y="2184400"/>
            <a:ext cx="2870200" cy="1003300"/>
          </a:xfrm>
        </p:spPr>
        <p:txBody>
          <a:bodyPr>
            <a:normAutofit/>
          </a:bodyPr>
          <a:lstStyle>
            <a:lvl1pPr marL="0" indent="0" algn="ctr">
              <a:buNone/>
              <a:defRPr sz="6600" b="1">
                <a:solidFill>
                  <a:schemeClr val="bg1"/>
                </a:solidFill>
              </a:defRPr>
            </a:lvl1pPr>
            <a:lvl2pPr marL="457200" indent="0" algn="ctr">
              <a:buNone/>
              <a:defRPr>
                <a:solidFill>
                  <a:schemeClr val="bg1"/>
                </a:solidFill>
              </a:defRPr>
            </a:lvl2pPr>
          </a:lstStyle>
          <a:p>
            <a:pPr lvl="0"/>
            <a:r>
              <a:rPr lang="de-DE" dirty="0"/>
              <a:t>Zahl</a:t>
            </a:r>
          </a:p>
        </p:txBody>
      </p:sp>
      <p:sp>
        <p:nvSpPr>
          <p:cNvPr id="19" name="Textplatzhalter 16">
            <a:extLst>
              <a:ext uri="{FF2B5EF4-FFF2-40B4-BE49-F238E27FC236}">
                <a16:creationId xmlns:a16="http://schemas.microsoft.com/office/drawing/2014/main" id="{07F00DDF-5E11-46DE-876A-5630B5E82CAB}"/>
              </a:ext>
            </a:extLst>
          </p:cNvPr>
          <p:cNvSpPr>
            <a:spLocks noGrp="1"/>
          </p:cNvSpPr>
          <p:nvPr>
            <p:ph type="body" sz="quarter" idx="16" hasCustomPrompt="1"/>
          </p:nvPr>
        </p:nvSpPr>
        <p:spPr>
          <a:xfrm>
            <a:off x="4641850" y="3414712"/>
            <a:ext cx="2895600" cy="865188"/>
          </a:xfrm>
        </p:spPr>
        <p:txBody>
          <a:bodyPr>
            <a:noAutofit/>
          </a:bodyPr>
          <a:lstStyle>
            <a:lvl1pPr marL="0" indent="0" algn="ctr">
              <a:buNone/>
              <a:defRPr sz="1800">
                <a:solidFill>
                  <a:schemeClr val="accent6"/>
                </a:solidFill>
              </a:defRPr>
            </a:lvl1pPr>
            <a:lvl2pPr marL="457200" indent="0">
              <a:buNone/>
              <a:defRPr sz="1600">
                <a:solidFill>
                  <a:schemeClr val="accent6"/>
                </a:solidFill>
              </a:defRPr>
            </a:lvl2pPr>
            <a:lvl3pPr marL="914400" indent="0">
              <a:buNone/>
              <a:defRPr sz="1400">
                <a:solidFill>
                  <a:schemeClr val="accent6"/>
                </a:solidFill>
              </a:defRPr>
            </a:lvl3pPr>
            <a:lvl4pPr marL="1371600" indent="0">
              <a:buNone/>
              <a:defRPr sz="1200">
                <a:solidFill>
                  <a:schemeClr val="accent6"/>
                </a:solidFill>
              </a:defRPr>
            </a:lvl4pPr>
            <a:lvl5pPr marL="1828800" indent="0">
              <a:buNone/>
              <a:defRPr sz="1200">
                <a:solidFill>
                  <a:schemeClr val="accent6"/>
                </a:solidFill>
              </a:defRPr>
            </a:lvl5pPr>
          </a:lstStyle>
          <a:p>
            <a:pPr lvl="0"/>
            <a:r>
              <a:rPr lang="de-DE" dirty="0"/>
              <a:t>Erklärungstext</a:t>
            </a:r>
            <a:endParaRPr lang="de-CH" dirty="0"/>
          </a:p>
        </p:txBody>
      </p:sp>
      <p:sp>
        <p:nvSpPr>
          <p:cNvPr id="20" name="Textplatzhalter 7">
            <a:extLst>
              <a:ext uri="{FF2B5EF4-FFF2-40B4-BE49-F238E27FC236}">
                <a16:creationId xmlns:a16="http://schemas.microsoft.com/office/drawing/2014/main" id="{DE7B8849-785D-42CC-AF65-B63F307C2B39}"/>
              </a:ext>
            </a:extLst>
          </p:cNvPr>
          <p:cNvSpPr>
            <a:spLocks noGrp="1"/>
          </p:cNvSpPr>
          <p:nvPr>
            <p:ph type="body" sz="quarter" idx="17" hasCustomPrompt="1"/>
          </p:nvPr>
        </p:nvSpPr>
        <p:spPr>
          <a:xfrm>
            <a:off x="8616950" y="2152650"/>
            <a:ext cx="2870200" cy="1003300"/>
          </a:xfrm>
        </p:spPr>
        <p:txBody>
          <a:bodyPr>
            <a:normAutofit/>
          </a:bodyPr>
          <a:lstStyle>
            <a:lvl1pPr marL="0" indent="0" algn="ctr">
              <a:buNone/>
              <a:defRPr sz="6600" b="1">
                <a:solidFill>
                  <a:schemeClr val="accent1"/>
                </a:solidFill>
              </a:defRPr>
            </a:lvl1pPr>
            <a:lvl2pPr marL="457200" indent="0" algn="ctr">
              <a:buNone/>
              <a:defRPr>
                <a:solidFill>
                  <a:schemeClr val="bg1"/>
                </a:solidFill>
              </a:defRPr>
            </a:lvl2pPr>
          </a:lstStyle>
          <a:p>
            <a:pPr lvl="0"/>
            <a:r>
              <a:rPr lang="de-DE" dirty="0"/>
              <a:t>Zahl</a:t>
            </a:r>
          </a:p>
        </p:txBody>
      </p:sp>
      <p:sp>
        <p:nvSpPr>
          <p:cNvPr id="21" name="Textplatzhalter 16">
            <a:extLst>
              <a:ext uri="{FF2B5EF4-FFF2-40B4-BE49-F238E27FC236}">
                <a16:creationId xmlns:a16="http://schemas.microsoft.com/office/drawing/2014/main" id="{2E280ACE-9633-437D-9DA4-E98391F973A0}"/>
              </a:ext>
            </a:extLst>
          </p:cNvPr>
          <p:cNvSpPr>
            <a:spLocks noGrp="1"/>
          </p:cNvSpPr>
          <p:nvPr>
            <p:ph type="body" sz="quarter" idx="18" hasCustomPrompt="1"/>
          </p:nvPr>
        </p:nvSpPr>
        <p:spPr>
          <a:xfrm>
            <a:off x="8591550" y="3382962"/>
            <a:ext cx="2895600" cy="865188"/>
          </a:xfrm>
        </p:spPr>
        <p:txBody>
          <a:bodyPr>
            <a:noAutofit/>
          </a:bodyPr>
          <a:lstStyle>
            <a:lvl1pPr marL="0" indent="0" algn="ctr">
              <a:buNone/>
              <a:defRPr sz="1800">
                <a:solidFill>
                  <a:schemeClr val="accent1"/>
                </a:solidFill>
              </a:defRPr>
            </a:lvl1pPr>
            <a:lvl2pPr marL="457200" indent="0">
              <a:buNone/>
              <a:defRPr sz="1600">
                <a:solidFill>
                  <a:schemeClr val="accent6"/>
                </a:solidFill>
              </a:defRPr>
            </a:lvl2pPr>
            <a:lvl3pPr marL="914400" indent="0">
              <a:buNone/>
              <a:defRPr sz="1400">
                <a:solidFill>
                  <a:schemeClr val="accent6"/>
                </a:solidFill>
              </a:defRPr>
            </a:lvl3pPr>
            <a:lvl4pPr marL="1371600" indent="0">
              <a:buNone/>
              <a:defRPr sz="1200">
                <a:solidFill>
                  <a:schemeClr val="accent6"/>
                </a:solidFill>
              </a:defRPr>
            </a:lvl4pPr>
            <a:lvl5pPr marL="1828800" indent="0">
              <a:buNone/>
              <a:defRPr sz="1200">
                <a:solidFill>
                  <a:schemeClr val="accent6"/>
                </a:solidFill>
              </a:defRPr>
            </a:lvl5pPr>
          </a:lstStyle>
          <a:p>
            <a:pPr lvl="0"/>
            <a:r>
              <a:rPr lang="de-DE" dirty="0"/>
              <a:t>Erklärungstext</a:t>
            </a:r>
            <a:endParaRPr lang="de-CH" dirty="0"/>
          </a:p>
        </p:txBody>
      </p:sp>
      <p:sp>
        <p:nvSpPr>
          <p:cNvPr id="22" name="Datumsplatzhalter 21">
            <a:extLst>
              <a:ext uri="{FF2B5EF4-FFF2-40B4-BE49-F238E27FC236}">
                <a16:creationId xmlns:a16="http://schemas.microsoft.com/office/drawing/2014/main" id="{885B9BF4-0547-4810-A46D-653C500CCF6A}"/>
              </a:ext>
            </a:extLst>
          </p:cNvPr>
          <p:cNvSpPr>
            <a:spLocks noGrp="1"/>
          </p:cNvSpPr>
          <p:nvPr>
            <p:ph type="dt" sz="half" idx="19"/>
          </p:nvPr>
        </p:nvSpPr>
        <p:spPr/>
        <p:txBody>
          <a:bodyPr/>
          <a:lstStyle/>
          <a:p>
            <a:fld id="{19CCA119-15D9-4B8C-9563-D2481BA3F2E5}" type="datetime1">
              <a:rPr lang="de-CH" smtClean="0"/>
              <a:t>03.12.2025</a:t>
            </a:fld>
            <a:endParaRPr lang="de-CH" dirty="0"/>
          </a:p>
        </p:txBody>
      </p:sp>
      <p:sp>
        <p:nvSpPr>
          <p:cNvPr id="23" name="Fußzeilenplatzhalter 22">
            <a:extLst>
              <a:ext uri="{FF2B5EF4-FFF2-40B4-BE49-F238E27FC236}">
                <a16:creationId xmlns:a16="http://schemas.microsoft.com/office/drawing/2014/main" id="{F5C46CD2-CE56-4792-B51C-B36A1CEDD87D}"/>
              </a:ext>
            </a:extLst>
          </p:cNvPr>
          <p:cNvSpPr>
            <a:spLocks noGrp="1"/>
          </p:cNvSpPr>
          <p:nvPr>
            <p:ph type="ftr" sz="quarter" idx="20"/>
          </p:nvPr>
        </p:nvSpPr>
        <p:spPr/>
        <p:txBody>
          <a:bodyPr/>
          <a:lstStyle/>
          <a:p>
            <a:r>
              <a:rPr lang="de-CH"/>
              <a:t>Fusszeile einfügen</a:t>
            </a:r>
            <a:endParaRPr lang="de-CH" dirty="0"/>
          </a:p>
        </p:txBody>
      </p:sp>
      <p:sp>
        <p:nvSpPr>
          <p:cNvPr id="24" name="Foliennummernplatzhalter 23">
            <a:extLst>
              <a:ext uri="{FF2B5EF4-FFF2-40B4-BE49-F238E27FC236}">
                <a16:creationId xmlns:a16="http://schemas.microsoft.com/office/drawing/2014/main" id="{4BE89081-9E98-4014-B01E-24EA1BEB672F}"/>
              </a:ext>
            </a:extLst>
          </p:cNvPr>
          <p:cNvSpPr>
            <a:spLocks noGrp="1"/>
          </p:cNvSpPr>
          <p:nvPr>
            <p:ph type="sldNum" sz="quarter" idx="21"/>
          </p:nvPr>
        </p:nvSpPr>
        <p:spPr/>
        <p:txBody>
          <a:bodyPr/>
          <a:lstStyle/>
          <a:p>
            <a:fld id="{66BEAF41-8FFB-46BD-8359-B4FF53AB7ED5}" type="slidenum">
              <a:rPr lang="de-CH" smtClean="0"/>
              <a:pPr/>
              <a:t>‹#›</a:t>
            </a:fld>
            <a:endParaRPr lang="de-CH" dirty="0"/>
          </a:p>
        </p:txBody>
      </p:sp>
    </p:spTree>
    <p:extLst>
      <p:ext uri="{BB962C8B-B14F-4D97-AF65-F5344CB8AC3E}">
        <p14:creationId xmlns:p14="http://schemas.microsoft.com/office/powerpoint/2010/main" val="29235387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4 Textblöcke &amp; Bild">
    <p:spTree>
      <p:nvGrpSpPr>
        <p:cNvPr id="1" name=""/>
        <p:cNvGrpSpPr/>
        <p:nvPr/>
      </p:nvGrpSpPr>
      <p:grpSpPr>
        <a:xfrm>
          <a:off x="0" y="0"/>
          <a:ext cx="0" cy="0"/>
          <a:chOff x="0" y="0"/>
          <a:chExt cx="0" cy="0"/>
        </a:xfrm>
      </p:grpSpPr>
      <p:sp>
        <p:nvSpPr>
          <p:cNvPr id="33" name="Bildplatzhalter 4">
            <a:extLst>
              <a:ext uri="{FF2B5EF4-FFF2-40B4-BE49-F238E27FC236}">
                <a16:creationId xmlns:a16="http://schemas.microsoft.com/office/drawing/2014/main" id="{7E6FA4F6-5D40-46F2-9FDF-84E7B894CCAD}"/>
              </a:ext>
            </a:extLst>
          </p:cNvPr>
          <p:cNvSpPr>
            <a:spLocks noGrp="1"/>
          </p:cNvSpPr>
          <p:nvPr>
            <p:ph type="pic" sz="quarter" idx="10" hasCustomPrompt="1"/>
          </p:nvPr>
        </p:nvSpPr>
        <p:spPr>
          <a:xfrm>
            <a:off x="6532546" y="0"/>
            <a:ext cx="5659453" cy="6858000"/>
          </a:xfrm>
        </p:spPr>
        <p:txBody>
          <a:bodyPr/>
          <a:lstStyle/>
          <a:p>
            <a:r>
              <a:rPr lang="de-DE" dirty="0"/>
              <a:t>Bild hinzufügen</a:t>
            </a:r>
            <a:endParaRPr lang="de-CH" dirty="0"/>
          </a:p>
        </p:txBody>
      </p:sp>
      <p:sp>
        <p:nvSpPr>
          <p:cNvPr id="29" name="Textplatzhalter 2">
            <a:extLst>
              <a:ext uri="{FF2B5EF4-FFF2-40B4-BE49-F238E27FC236}">
                <a16:creationId xmlns:a16="http://schemas.microsoft.com/office/drawing/2014/main" id="{E1EAFE2A-4C9C-416F-A197-25318254A2E4}"/>
              </a:ext>
            </a:extLst>
          </p:cNvPr>
          <p:cNvSpPr>
            <a:spLocks noGrp="1"/>
          </p:cNvSpPr>
          <p:nvPr>
            <p:ph type="body" idx="25"/>
          </p:nvPr>
        </p:nvSpPr>
        <p:spPr>
          <a:xfrm>
            <a:off x="3741121" y="4114913"/>
            <a:ext cx="2331052" cy="491250"/>
          </a:xfrm>
        </p:spPr>
        <p:txBody>
          <a:bodyPr anchor="ctr">
            <a:normAutofit/>
          </a:bodyPr>
          <a:lstStyle>
            <a:lvl1pPr marL="0" indent="0">
              <a:buNone/>
              <a:defRPr sz="1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30" name="Inhaltsplatzhalter 5">
            <a:extLst>
              <a:ext uri="{FF2B5EF4-FFF2-40B4-BE49-F238E27FC236}">
                <a16:creationId xmlns:a16="http://schemas.microsoft.com/office/drawing/2014/main" id="{88287791-41B4-45AD-986F-E8FDBFE8AFE7}"/>
              </a:ext>
            </a:extLst>
          </p:cNvPr>
          <p:cNvSpPr>
            <a:spLocks noGrp="1"/>
          </p:cNvSpPr>
          <p:nvPr>
            <p:ph sz="quarter" idx="26"/>
          </p:nvPr>
        </p:nvSpPr>
        <p:spPr>
          <a:xfrm>
            <a:off x="3741119" y="4733854"/>
            <a:ext cx="2331052" cy="1374775"/>
          </a:xfrm>
        </p:spPr>
        <p:txBody>
          <a:bodyPr>
            <a:normAutofit/>
          </a:bodyPr>
          <a:lstStyle>
            <a:lvl1pPr marL="0" indent="0">
              <a:buNone/>
              <a:defRPr sz="1200">
                <a:solidFill>
                  <a:schemeClr val="tx1"/>
                </a:solidFill>
              </a:defRPr>
            </a:lvl1pPr>
            <a:lvl2pPr>
              <a:defRPr sz="1800">
                <a:solidFill>
                  <a:schemeClr val="accent1"/>
                </a:solidFill>
              </a:defRPr>
            </a:lvl2pPr>
            <a:lvl3pPr>
              <a:defRPr sz="1600">
                <a:solidFill>
                  <a:schemeClr val="accent1"/>
                </a:solidFill>
              </a:defRPr>
            </a:lvl3pPr>
            <a:lvl4pPr>
              <a:defRPr sz="1400">
                <a:solidFill>
                  <a:schemeClr val="accent1"/>
                </a:solidFill>
              </a:defRPr>
            </a:lvl4pPr>
            <a:lvl5pPr>
              <a:defRPr sz="1400">
                <a:solidFill>
                  <a:schemeClr val="accent1"/>
                </a:solidFill>
              </a:defRPr>
            </a:lvl5pPr>
          </a:lstStyle>
          <a:p>
            <a:pPr lvl="0"/>
            <a:r>
              <a:rPr lang="de-DE"/>
              <a:t>Mastertextformat bearbeiten</a:t>
            </a:r>
          </a:p>
        </p:txBody>
      </p:sp>
      <p:sp>
        <p:nvSpPr>
          <p:cNvPr id="35" name="Textplatzhalter 2">
            <a:extLst>
              <a:ext uri="{FF2B5EF4-FFF2-40B4-BE49-F238E27FC236}">
                <a16:creationId xmlns:a16="http://schemas.microsoft.com/office/drawing/2014/main" id="{A06773B7-26CE-4069-9705-49B9EC03D9BC}"/>
              </a:ext>
            </a:extLst>
          </p:cNvPr>
          <p:cNvSpPr>
            <a:spLocks noGrp="1"/>
          </p:cNvSpPr>
          <p:nvPr>
            <p:ph type="body" idx="27"/>
          </p:nvPr>
        </p:nvSpPr>
        <p:spPr>
          <a:xfrm>
            <a:off x="7092886" y="4876800"/>
            <a:ext cx="4768914" cy="1212850"/>
          </a:xfrm>
          <a:solidFill>
            <a:schemeClr val="bg1">
              <a:alpha val="60000"/>
            </a:schemeClr>
          </a:solidFill>
        </p:spPr>
        <p:txBody>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36" name="Titel 35">
            <a:extLst>
              <a:ext uri="{FF2B5EF4-FFF2-40B4-BE49-F238E27FC236}">
                <a16:creationId xmlns:a16="http://schemas.microsoft.com/office/drawing/2014/main" id="{4E9F9A8B-8A99-4F91-80CD-B88314D174AB}"/>
              </a:ext>
            </a:extLst>
          </p:cNvPr>
          <p:cNvSpPr>
            <a:spLocks noGrp="1"/>
          </p:cNvSpPr>
          <p:nvPr>
            <p:ph type="title"/>
          </p:nvPr>
        </p:nvSpPr>
        <p:spPr>
          <a:xfrm>
            <a:off x="7092886" y="3452131"/>
            <a:ext cx="4768914" cy="1325563"/>
          </a:xfrm>
          <a:solidFill>
            <a:schemeClr val="bg1">
              <a:alpha val="70000"/>
            </a:schemeClr>
          </a:solidFill>
        </p:spPr>
        <p:txBody>
          <a:bodyPr/>
          <a:lstStyle>
            <a:lvl1pPr>
              <a:defRPr lang="de-DE" sz="4000" kern="1200" smtClean="0">
                <a:solidFill>
                  <a:srgbClr val="003DA1"/>
                </a:solidFill>
                <a:latin typeface="+mj-lt"/>
                <a:ea typeface="+mj-ea"/>
                <a:cs typeface="+mj-cs"/>
              </a:defRPr>
            </a:lvl1pPr>
          </a:lstStyle>
          <a:p>
            <a:r>
              <a:rPr lang="de-DE"/>
              <a:t>Mastertitelformat bearbeiten</a:t>
            </a:r>
            <a:endParaRPr lang="de-CH" dirty="0"/>
          </a:p>
        </p:txBody>
      </p:sp>
      <p:sp>
        <p:nvSpPr>
          <p:cNvPr id="37" name="Textplatzhalter 2">
            <a:extLst>
              <a:ext uri="{FF2B5EF4-FFF2-40B4-BE49-F238E27FC236}">
                <a16:creationId xmlns:a16="http://schemas.microsoft.com/office/drawing/2014/main" id="{04747351-134F-4D42-B034-75B5CAF001CD}"/>
              </a:ext>
            </a:extLst>
          </p:cNvPr>
          <p:cNvSpPr>
            <a:spLocks noGrp="1"/>
          </p:cNvSpPr>
          <p:nvPr>
            <p:ph type="body" idx="28"/>
          </p:nvPr>
        </p:nvSpPr>
        <p:spPr>
          <a:xfrm>
            <a:off x="3629430" y="1306727"/>
            <a:ext cx="2331052" cy="491250"/>
          </a:xfrm>
        </p:spPr>
        <p:txBody>
          <a:bodyPr anchor="ctr">
            <a:normAutofit/>
          </a:bodyPr>
          <a:lstStyle>
            <a:lvl1pPr marL="0" indent="0">
              <a:buNone/>
              <a:defRPr sz="1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38" name="Inhaltsplatzhalter 5">
            <a:extLst>
              <a:ext uri="{FF2B5EF4-FFF2-40B4-BE49-F238E27FC236}">
                <a16:creationId xmlns:a16="http://schemas.microsoft.com/office/drawing/2014/main" id="{99D20890-CA99-4C20-8657-837E37334E22}"/>
              </a:ext>
            </a:extLst>
          </p:cNvPr>
          <p:cNvSpPr>
            <a:spLocks noGrp="1"/>
          </p:cNvSpPr>
          <p:nvPr>
            <p:ph sz="quarter" idx="29"/>
          </p:nvPr>
        </p:nvSpPr>
        <p:spPr>
          <a:xfrm>
            <a:off x="3629428" y="1925668"/>
            <a:ext cx="2331052" cy="1374775"/>
          </a:xfrm>
        </p:spPr>
        <p:txBody>
          <a:bodyPr>
            <a:normAutofit/>
          </a:bodyPr>
          <a:lstStyle>
            <a:lvl1pPr marL="0" indent="0">
              <a:buNone/>
              <a:defRPr sz="1200">
                <a:solidFill>
                  <a:schemeClr val="tx1"/>
                </a:solidFill>
              </a:defRPr>
            </a:lvl1pPr>
            <a:lvl2pPr>
              <a:defRPr sz="1800">
                <a:solidFill>
                  <a:schemeClr val="accent1"/>
                </a:solidFill>
              </a:defRPr>
            </a:lvl2pPr>
            <a:lvl3pPr>
              <a:defRPr sz="1600">
                <a:solidFill>
                  <a:schemeClr val="accent1"/>
                </a:solidFill>
              </a:defRPr>
            </a:lvl3pPr>
            <a:lvl4pPr>
              <a:defRPr sz="1400">
                <a:solidFill>
                  <a:schemeClr val="accent1"/>
                </a:solidFill>
              </a:defRPr>
            </a:lvl4pPr>
            <a:lvl5pPr>
              <a:defRPr sz="1400">
                <a:solidFill>
                  <a:schemeClr val="accent1"/>
                </a:solidFill>
              </a:defRPr>
            </a:lvl5pPr>
          </a:lstStyle>
          <a:p>
            <a:pPr lvl="0"/>
            <a:r>
              <a:rPr lang="de-DE"/>
              <a:t>Mastertextformat bearbeiten</a:t>
            </a:r>
          </a:p>
        </p:txBody>
      </p:sp>
      <p:sp>
        <p:nvSpPr>
          <p:cNvPr id="39" name="Textplatzhalter 2">
            <a:extLst>
              <a:ext uri="{FF2B5EF4-FFF2-40B4-BE49-F238E27FC236}">
                <a16:creationId xmlns:a16="http://schemas.microsoft.com/office/drawing/2014/main" id="{001BEC18-B745-4E96-A3B6-7E059A67EFD6}"/>
              </a:ext>
            </a:extLst>
          </p:cNvPr>
          <p:cNvSpPr>
            <a:spLocks noGrp="1"/>
          </p:cNvSpPr>
          <p:nvPr>
            <p:ph type="body" idx="30"/>
          </p:nvPr>
        </p:nvSpPr>
        <p:spPr>
          <a:xfrm>
            <a:off x="449437" y="3287251"/>
            <a:ext cx="2321131" cy="491250"/>
          </a:xfrm>
        </p:spPr>
        <p:txBody>
          <a:bodyPr anchor="ctr">
            <a:normAutofit/>
          </a:bodyPr>
          <a:lstStyle>
            <a:lvl1pPr marL="0" indent="0" algn="r">
              <a:buNone/>
              <a:defRPr sz="1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0" name="Inhaltsplatzhalter 5">
            <a:extLst>
              <a:ext uri="{FF2B5EF4-FFF2-40B4-BE49-F238E27FC236}">
                <a16:creationId xmlns:a16="http://schemas.microsoft.com/office/drawing/2014/main" id="{2E2E7450-44BB-43CF-B862-C0B75A902FC7}"/>
              </a:ext>
            </a:extLst>
          </p:cNvPr>
          <p:cNvSpPr>
            <a:spLocks noGrp="1"/>
          </p:cNvSpPr>
          <p:nvPr>
            <p:ph sz="quarter" idx="31"/>
          </p:nvPr>
        </p:nvSpPr>
        <p:spPr>
          <a:xfrm>
            <a:off x="477866" y="3906192"/>
            <a:ext cx="2292700" cy="1374775"/>
          </a:xfrm>
        </p:spPr>
        <p:txBody>
          <a:bodyPr>
            <a:normAutofit/>
          </a:bodyPr>
          <a:lstStyle>
            <a:lvl1pPr marL="0" indent="0" algn="r">
              <a:buNone/>
              <a:defRPr sz="1200">
                <a:solidFill>
                  <a:schemeClr val="tx1"/>
                </a:solidFill>
              </a:defRPr>
            </a:lvl1pPr>
            <a:lvl2pPr>
              <a:defRPr sz="1800">
                <a:solidFill>
                  <a:schemeClr val="accent1"/>
                </a:solidFill>
              </a:defRPr>
            </a:lvl2pPr>
            <a:lvl3pPr>
              <a:defRPr sz="1600">
                <a:solidFill>
                  <a:schemeClr val="accent1"/>
                </a:solidFill>
              </a:defRPr>
            </a:lvl3pPr>
            <a:lvl4pPr>
              <a:defRPr sz="1400">
                <a:solidFill>
                  <a:schemeClr val="accent1"/>
                </a:solidFill>
              </a:defRPr>
            </a:lvl4pPr>
            <a:lvl5pPr>
              <a:defRPr sz="1400">
                <a:solidFill>
                  <a:schemeClr val="accent1"/>
                </a:solidFill>
              </a:defRPr>
            </a:lvl5pPr>
          </a:lstStyle>
          <a:p>
            <a:pPr lvl="0"/>
            <a:r>
              <a:rPr lang="de-DE"/>
              <a:t>Mastertextformat bearbeiten</a:t>
            </a:r>
          </a:p>
        </p:txBody>
      </p:sp>
      <p:sp>
        <p:nvSpPr>
          <p:cNvPr id="41" name="Textplatzhalter 2">
            <a:extLst>
              <a:ext uri="{FF2B5EF4-FFF2-40B4-BE49-F238E27FC236}">
                <a16:creationId xmlns:a16="http://schemas.microsoft.com/office/drawing/2014/main" id="{824AD9E3-9759-4C53-926E-F07983FE64B8}"/>
              </a:ext>
            </a:extLst>
          </p:cNvPr>
          <p:cNvSpPr>
            <a:spLocks noGrp="1"/>
          </p:cNvSpPr>
          <p:nvPr>
            <p:ph type="body" idx="32"/>
          </p:nvPr>
        </p:nvSpPr>
        <p:spPr>
          <a:xfrm>
            <a:off x="449439" y="557926"/>
            <a:ext cx="2292700" cy="491250"/>
          </a:xfrm>
        </p:spPr>
        <p:txBody>
          <a:bodyPr anchor="ctr">
            <a:normAutofit/>
          </a:bodyPr>
          <a:lstStyle>
            <a:lvl1pPr marL="0" indent="0" algn="r">
              <a:buNone/>
              <a:defRPr sz="1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2" name="Inhaltsplatzhalter 5">
            <a:extLst>
              <a:ext uri="{FF2B5EF4-FFF2-40B4-BE49-F238E27FC236}">
                <a16:creationId xmlns:a16="http://schemas.microsoft.com/office/drawing/2014/main" id="{BD136B58-E58B-4787-A48D-B2CB79551DC0}"/>
              </a:ext>
            </a:extLst>
          </p:cNvPr>
          <p:cNvSpPr>
            <a:spLocks noGrp="1"/>
          </p:cNvSpPr>
          <p:nvPr>
            <p:ph sz="quarter" idx="33"/>
          </p:nvPr>
        </p:nvSpPr>
        <p:spPr>
          <a:xfrm>
            <a:off x="449437" y="1176867"/>
            <a:ext cx="2292700" cy="1374775"/>
          </a:xfrm>
        </p:spPr>
        <p:txBody>
          <a:bodyPr>
            <a:normAutofit/>
          </a:bodyPr>
          <a:lstStyle>
            <a:lvl1pPr marL="0" indent="0" algn="r">
              <a:buNone/>
              <a:defRPr sz="1200">
                <a:solidFill>
                  <a:schemeClr val="tx1"/>
                </a:solidFill>
              </a:defRPr>
            </a:lvl1pPr>
            <a:lvl2pPr>
              <a:defRPr sz="1800">
                <a:solidFill>
                  <a:schemeClr val="accent1"/>
                </a:solidFill>
              </a:defRPr>
            </a:lvl2pPr>
            <a:lvl3pPr>
              <a:defRPr sz="1600">
                <a:solidFill>
                  <a:schemeClr val="accent1"/>
                </a:solidFill>
              </a:defRPr>
            </a:lvl3pPr>
            <a:lvl4pPr>
              <a:defRPr sz="1400">
                <a:solidFill>
                  <a:schemeClr val="accent1"/>
                </a:solidFill>
              </a:defRPr>
            </a:lvl4pPr>
            <a:lvl5pPr>
              <a:defRPr sz="1400">
                <a:solidFill>
                  <a:schemeClr val="accent1"/>
                </a:solidFill>
              </a:defRPr>
            </a:lvl5pPr>
          </a:lstStyle>
          <a:p>
            <a:pPr lvl="0"/>
            <a:r>
              <a:rPr lang="de-DE"/>
              <a:t>Mastertextformat bearbeiten</a:t>
            </a:r>
          </a:p>
        </p:txBody>
      </p:sp>
      <p:sp>
        <p:nvSpPr>
          <p:cNvPr id="43" name="Rechteck: abgerundete Ecken 42">
            <a:extLst>
              <a:ext uri="{FF2B5EF4-FFF2-40B4-BE49-F238E27FC236}">
                <a16:creationId xmlns:a16="http://schemas.microsoft.com/office/drawing/2014/main" id="{EED6E220-28AE-457D-AD90-A931BD2F632B}"/>
              </a:ext>
            </a:extLst>
          </p:cNvPr>
          <p:cNvSpPr/>
          <p:nvPr userDrawn="1"/>
        </p:nvSpPr>
        <p:spPr>
          <a:xfrm>
            <a:off x="3102009" y="557926"/>
            <a:ext cx="67044" cy="5531724"/>
          </a:xfrm>
          <a:prstGeom prst="roundRect">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CH"/>
          </a:p>
        </p:txBody>
      </p:sp>
    </p:spTree>
    <p:extLst>
      <p:ext uri="{BB962C8B-B14F-4D97-AF65-F5344CB8AC3E}">
        <p14:creationId xmlns:p14="http://schemas.microsoft.com/office/powerpoint/2010/main" val="3517087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71680C12-C519-4038-B8E6-144F476D31A4}"/>
              </a:ext>
            </a:extLst>
          </p:cNvPr>
          <p:cNvSpPr>
            <a:spLocks noGrp="1"/>
          </p:cNvSpPr>
          <p:nvPr>
            <p:ph type="title"/>
          </p:nvPr>
        </p:nvSpPr>
        <p:spPr/>
        <p:txBody>
          <a:bodyPr/>
          <a:lstStyle/>
          <a:p>
            <a:r>
              <a:rPr lang="de-DE"/>
              <a:t>Mastertitelformat bearbeiten</a:t>
            </a:r>
            <a:endParaRPr lang="de-CH" dirty="0"/>
          </a:p>
        </p:txBody>
      </p:sp>
      <p:sp>
        <p:nvSpPr>
          <p:cNvPr id="10" name="Bildplatzhalter 9">
            <a:extLst>
              <a:ext uri="{FF2B5EF4-FFF2-40B4-BE49-F238E27FC236}">
                <a16:creationId xmlns:a16="http://schemas.microsoft.com/office/drawing/2014/main" id="{1186AEB1-D007-4D22-9F6A-087E1AEFDE1C}"/>
              </a:ext>
            </a:extLst>
          </p:cNvPr>
          <p:cNvSpPr>
            <a:spLocks noGrp="1"/>
          </p:cNvSpPr>
          <p:nvPr>
            <p:ph type="pic" sz="quarter" idx="10" hasCustomPrompt="1"/>
          </p:nvPr>
        </p:nvSpPr>
        <p:spPr>
          <a:xfrm>
            <a:off x="838200" y="1968500"/>
            <a:ext cx="1460500" cy="1460500"/>
          </a:xfrm>
          <a:custGeom>
            <a:avLst/>
            <a:gdLst>
              <a:gd name="connsiteX0" fmla="*/ 730250 w 1460500"/>
              <a:gd name="connsiteY0" fmla="*/ 0 h 1460500"/>
              <a:gd name="connsiteX1" fmla="*/ 1460500 w 1460500"/>
              <a:gd name="connsiteY1" fmla="*/ 730250 h 1460500"/>
              <a:gd name="connsiteX2" fmla="*/ 730250 w 1460500"/>
              <a:gd name="connsiteY2" fmla="*/ 1460500 h 1460500"/>
              <a:gd name="connsiteX3" fmla="*/ 0 w 1460500"/>
              <a:gd name="connsiteY3" fmla="*/ 730250 h 1460500"/>
              <a:gd name="connsiteX4" fmla="*/ 730250 w 1460500"/>
              <a:gd name="connsiteY4" fmla="*/ 0 h 1460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0500" h="1460500">
                <a:moveTo>
                  <a:pt x="730250" y="0"/>
                </a:moveTo>
                <a:cubicBezTo>
                  <a:pt x="1133556" y="0"/>
                  <a:pt x="1460500" y="326944"/>
                  <a:pt x="1460500" y="730250"/>
                </a:cubicBezTo>
                <a:cubicBezTo>
                  <a:pt x="1460500" y="1133556"/>
                  <a:pt x="1133556" y="1460500"/>
                  <a:pt x="730250" y="1460500"/>
                </a:cubicBezTo>
                <a:cubicBezTo>
                  <a:pt x="326944" y="1460500"/>
                  <a:pt x="0" y="1133556"/>
                  <a:pt x="0" y="730250"/>
                </a:cubicBezTo>
                <a:cubicBezTo>
                  <a:pt x="0" y="326944"/>
                  <a:pt x="326944" y="0"/>
                  <a:pt x="730250" y="0"/>
                </a:cubicBezTo>
                <a:close/>
              </a:path>
            </a:pathLst>
          </a:custGeom>
        </p:spPr>
        <p:txBody>
          <a:bodyPr wrap="square">
            <a:noAutofit/>
          </a:bodyPr>
          <a:lstStyle>
            <a:lvl1pPr marL="0" indent="0">
              <a:buNone/>
              <a:defRPr/>
            </a:lvl1pPr>
          </a:lstStyle>
          <a:p>
            <a:r>
              <a:rPr lang="de-CH" dirty="0"/>
              <a:t>Foto</a:t>
            </a:r>
          </a:p>
        </p:txBody>
      </p:sp>
      <p:sp>
        <p:nvSpPr>
          <p:cNvPr id="11" name="Bildplatzhalter 10">
            <a:extLst>
              <a:ext uri="{FF2B5EF4-FFF2-40B4-BE49-F238E27FC236}">
                <a16:creationId xmlns:a16="http://schemas.microsoft.com/office/drawing/2014/main" id="{130510D3-ADBE-4F82-A48C-760BDC0C4DF3}"/>
              </a:ext>
            </a:extLst>
          </p:cNvPr>
          <p:cNvSpPr>
            <a:spLocks noGrp="1"/>
          </p:cNvSpPr>
          <p:nvPr>
            <p:ph type="pic" sz="quarter" idx="11" hasCustomPrompt="1"/>
          </p:nvPr>
        </p:nvSpPr>
        <p:spPr>
          <a:xfrm>
            <a:off x="6388100" y="1929606"/>
            <a:ext cx="1460500" cy="1460500"/>
          </a:xfrm>
          <a:custGeom>
            <a:avLst/>
            <a:gdLst>
              <a:gd name="connsiteX0" fmla="*/ 730250 w 1460500"/>
              <a:gd name="connsiteY0" fmla="*/ 0 h 1460500"/>
              <a:gd name="connsiteX1" fmla="*/ 1460500 w 1460500"/>
              <a:gd name="connsiteY1" fmla="*/ 730250 h 1460500"/>
              <a:gd name="connsiteX2" fmla="*/ 730250 w 1460500"/>
              <a:gd name="connsiteY2" fmla="*/ 1460500 h 1460500"/>
              <a:gd name="connsiteX3" fmla="*/ 0 w 1460500"/>
              <a:gd name="connsiteY3" fmla="*/ 730250 h 1460500"/>
              <a:gd name="connsiteX4" fmla="*/ 730250 w 1460500"/>
              <a:gd name="connsiteY4" fmla="*/ 0 h 1460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0500" h="1460500">
                <a:moveTo>
                  <a:pt x="730250" y="0"/>
                </a:moveTo>
                <a:cubicBezTo>
                  <a:pt x="1133556" y="0"/>
                  <a:pt x="1460500" y="326944"/>
                  <a:pt x="1460500" y="730250"/>
                </a:cubicBezTo>
                <a:cubicBezTo>
                  <a:pt x="1460500" y="1133556"/>
                  <a:pt x="1133556" y="1460500"/>
                  <a:pt x="730250" y="1460500"/>
                </a:cubicBezTo>
                <a:cubicBezTo>
                  <a:pt x="326944" y="1460500"/>
                  <a:pt x="0" y="1133556"/>
                  <a:pt x="0" y="730250"/>
                </a:cubicBezTo>
                <a:cubicBezTo>
                  <a:pt x="0" y="326944"/>
                  <a:pt x="326944" y="0"/>
                  <a:pt x="730250" y="0"/>
                </a:cubicBezTo>
                <a:close/>
              </a:path>
            </a:pathLst>
          </a:custGeom>
        </p:spPr>
        <p:txBody>
          <a:bodyPr wrap="square">
            <a:noAutofit/>
          </a:bodyPr>
          <a:lstStyle>
            <a:lvl1pPr marL="0" indent="0">
              <a:buNone/>
              <a:defRPr/>
            </a:lvl1pPr>
          </a:lstStyle>
          <a:p>
            <a:r>
              <a:rPr lang="de-CH" dirty="0"/>
              <a:t>Foto</a:t>
            </a:r>
          </a:p>
        </p:txBody>
      </p:sp>
      <p:sp>
        <p:nvSpPr>
          <p:cNvPr id="12" name="Bildplatzhalter 11">
            <a:extLst>
              <a:ext uri="{FF2B5EF4-FFF2-40B4-BE49-F238E27FC236}">
                <a16:creationId xmlns:a16="http://schemas.microsoft.com/office/drawing/2014/main" id="{F0D155BB-85B6-44A8-9A10-B10456B760C2}"/>
              </a:ext>
            </a:extLst>
          </p:cNvPr>
          <p:cNvSpPr>
            <a:spLocks noGrp="1"/>
          </p:cNvSpPr>
          <p:nvPr>
            <p:ph type="pic" sz="quarter" idx="12" hasCustomPrompt="1"/>
          </p:nvPr>
        </p:nvSpPr>
        <p:spPr>
          <a:xfrm>
            <a:off x="838200" y="3949700"/>
            <a:ext cx="1460500" cy="1460500"/>
          </a:xfrm>
          <a:custGeom>
            <a:avLst/>
            <a:gdLst>
              <a:gd name="connsiteX0" fmla="*/ 730250 w 1460500"/>
              <a:gd name="connsiteY0" fmla="*/ 0 h 1460500"/>
              <a:gd name="connsiteX1" fmla="*/ 1460500 w 1460500"/>
              <a:gd name="connsiteY1" fmla="*/ 730250 h 1460500"/>
              <a:gd name="connsiteX2" fmla="*/ 730250 w 1460500"/>
              <a:gd name="connsiteY2" fmla="*/ 1460500 h 1460500"/>
              <a:gd name="connsiteX3" fmla="*/ 0 w 1460500"/>
              <a:gd name="connsiteY3" fmla="*/ 730250 h 1460500"/>
              <a:gd name="connsiteX4" fmla="*/ 730250 w 1460500"/>
              <a:gd name="connsiteY4" fmla="*/ 0 h 1460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0500" h="1460500">
                <a:moveTo>
                  <a:pt x="730250" y="0"/>
                </a:moveTo>
                <a:cubicBezTo>
                  <a:pt x="1133556" y="0"/>
                  <a:pt x="1460500" y="326944"/>
                  <a:pt x="1460500" y="730250"/>
                </a:cubicBezTo>
                <a:cubicBezTo>
                  <a:pt x="1460500" y="1133556"/>
                  <a:pt x="1133556" y="1460500"/>
                  <a:pt x="730250" y="1460500"/>
                </a:cubicBezTo>
                <a:cubicBezTo>
                  <a:pt x="326944" y="1460500"/>
                  <a:pt x="0" y="1133556"/>
                  <a:pt x="0" y="730250"/>
                </a:cubicBezTo>
                <a:cubicBezTo>
                  <a:pt x="0" y="326944"/>
                  <a:pt x="326944" y="0"/>
                  <a:pt x="730250" y="0"/>
                </a:cubicBezTo>
                <a:close/>
              </a:path>
            </a:pathLst>
          </a:custGeom>
        </p:spPr>
        <p:txBody>
          <a:bodyPr wrap="square">
            <a:noAutofit/>
          </a:bodyPr>
          <a:lstStyle>
            <a:lvl1pPr marL="0" indent="0">
              <a:buNone/>
              <a:defRPr/>
            </a:lvl1pPr>
          </a:lstStyle>
          <a:p>
            <a:r>
              <a:rPr lang="de-CH" dirty="0"/>
              <a:t>Foto</a:t>
            </a:r>
          </a:p>
        </p:txBody>
      </p:sp>
      <p:sp>
        <p:nvSpPr>
          <p:cNvPr id="13" name="Bildplatzhalter 12">
            <a:extLst>
              <a:ext uri="{FF2B5EF4-FFF2-40B4-BE49-F238E27FC236}">
                <a16:creationId xmlns:a16="http://schemas.microsoft.com/office/drawing/2014/main" id="{234C19D3-1C9C-4B48-A7EB-2DCFBA85B08D}"/>
              </a:ext>
            </a:extLst>
          </p:cNvPr>
          <p:cNvSpPr>
            <a:spLocks noGrp="1"/>
          </p:cNvSpPr>
          <p:nvPr>
            <p:ph type="pic" sz="quarter" idx="13" hasCustomPrompt="1"/>
          </p:nvPr>
        </p:nvSpPr>
        <p:spPr>
          <a:xfrm>
            <a:off x="6388100" y="4101306"/>
            <a:ext cx="1460500" cy="1460500"/>
          </a:xfrm>
          <a:custGeom>
            <a:avLst/>
            <a:gdLst>
              <a:gd name="connsiteX0" fmla="*/ 730250 w 1460500"/>
              <a:gd name="connsiteY0" fmla="*/ 0 h 1460500"/>
              <a:gd name="connsiteX1" fmla="*/ 1460500 w 1460500"/>
              <a:gd name="connsiteY1" fmla="*/ 730250 h 1460500"/>
              <a:gd name="connsiteX2" fmla="*/ 730250 w 1460500"/>
              <a:gd name="connsiteY2" fmla="*/ 1460500 h 1460500"/>
              <a:gd name="connsiteX3" fmla="*/ 0 w 1460500"/>
              <a:gd name="connsiteY3" fmla="*/ 730250 h 1460500"/>
              <a:gd name="connsiteX4" fmla="*/ 730250 w 1460500"/>
              <a:gd name="connsiteY4" fmla="*/ 0 h 1460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0500" h="1460500">
                <a:moveTo>
                  <a:pt x="730250" y="0"/>
                </a:moveTo>
                <a:cubicBezTo>
                  <a:pt x="1133556" y="0"/>
                  <a:pt x="1460500" y="326944"/>
                  <a:pt x="1460500" y="730250"/>
                </a:cubicBezTo>
                <a:cubicBezTo>
                  <a:pt x="1460500" y="1133556"/>
                  <a:pt x="1133556" y="1460500"/>
                  <a:pt x="730250" y="1460500"/>
                </a:cubicBezTo>
                <a:cubicBezTo>
                  <a:pt x="326944" y="1460500"/>
                  <a:pt x="0" y="1133556"/>
                  <a:pt x="0" y="730250"/>
                </a:cubicBezTo>
                <a:cubicBezTo>
                  <a:pt x="0" y="326944"/>
                  <a:pt x="326944" y="0"/>
                  <a:pt x="730250" y="0"/>
                </a:cubicBezTo>
                <a:close/>
              </a:path>
            </a:pathLst>
          </a:custGeom>
        </p:spPr>
        <p:txBody>
          <a:bodyPr wrap="square">
            <a:noAutofit/>
          </a:bodyPr>
          <a:lstStyle>
            <a:lvl1pPr marL="0" indent="0">
              <a:buNone/>
              <a:defRPr/>
            </a:lvl1pPr>
          </a:lstStyle>
          <a:p>
            <a:r>
              <a:rPr lang="de-CH" dirty="0"/>
              <a:t>Foto</a:t>
            </a:r>
          </a:p>
        </p:txBody>
      </p:sp>
      <p:sp>
        <p:nvSpPr>
          <p:cNvPr id="15" name="Textplatzhalter 14">
            <a:extLst>
              <a:ext uri="{FF2B5EF4-FFF2-40B4-BE49-F238E27FC236}">
                <a16:creationId xmlns:a16="http://schemas.microsoft.com/office/drawing/2014/main" id="{3A538FAE-6074-4F54-AC8B-629A554C2802}"/>
              </a:ext>
            </a:extLst>
          </p:cNvPr>
          <p:cNvSpPr>
            <a:spLocks noGrp="1"/>
          </p:cNvSpPr>
          <p:nvPr>
            <p:ph type="body" sz="quarter" idx="14" hasCustomPrompt="1"/>
          </p:nvPr>
        </p:nvSpPr>
        <p:spPr>
          <a:xfrm>
            <a:off x="2590800" y="1968500"/>
            <a:ext cx="3505200" cy="569912"/>
          </a:xfrm>
        </p:spPr>
        <p:txBody>
          <a:bodyPr>
            <a:normAutofit/>
          </a:bodyPr>
          <a:lstStyle>
            <a:lvl1pPr marL="0" indent="0">
              <a:buNone/>
              <a:defRPr sz="1800" b="1">
                <a:solidFill>
                  <a:srgbClr val="003DA1"/>
                </a:solidFill>
              </a:defRPr>
            </a:lvl1pPr>
            <a:lvl2pPr marL="457200" indent="0">
              <a:buNone/>
              <a:defRPr/>
            </a:lvl2pPr>
            <a:lvl3pPr marL="914400" indent="0">
              <a:buNone/>
              <a:defRPr/>
            </a:lvl3pPr>
            <a:lvl4pPr marL="1371600" indent="0">
              <a:buNone/>
              <a:defRPr/>
            </a:lvl4pPr>
            <a:lvl5pPr marL="1828800" indent="0">
              <a:buNone/>
              <a:defRPr/>
            </a:lvl5pPr>
          </a:lstStyle>
          <a:p>
            <a:pPr lvl="0"/>
            <a:r>
              <a:rPr lang="de-DE" dirty="0"/>
              <a:t>Name Funktion</a:t>
            </a:r>
          </a:p>
        </p:txBody>
      </p:sp>
      <p:sp>
        <p:nvSpPr>
          <p:cNvPr id="16" name="Textplatzhalter 14">
            <a:extLst>
              <a:ext uri="{FF2B5EF4-FFF2-40B4-BE49-F238E27FC236}">
                <a16:creationId xmlns:a16="http://schemas.microsoft.com/office/drawing/2014/main" id="{50C49CD0-8258-4039-B309-403CF6BBCC54}"/>
              </a:ext>
            </a:extLst>
          </p:cNvPr>
          <p:cNvSpPr>
            <a:spLocks noGrp="1"/>
          </p:cNvSpPr>
          <p:nvPr>
            <p:ph type="body" sz="quarter" idx="15" hasCustomPrompt="1"/>
          </p:nvPr>
        </p:nvSpPr>
        <p:spPr>
          <a:xfrm>
            <a:off x="2590800" y="2659856"/>
            <a:ext cx="3505200" cy="769144"/>
          </a:xfrm>
        </p:spPr>
        <p:txBody>
          <a:bodyPr>
            <a:normAutofit/>
          </a:bodyPr>
          <a:lstStyle>
            <a:lvl1pPr marL="0" indent="0">
              <a:buNone/>
              <a:defRPr sz="1600" b="0"/>
            </a:lvl1pPr>
            <a:lvl2pPr marL="457200" indent="0">
              <a:buNone/>
              <a:defRPr/>
            </a:lvl2pPr>
            <a:lvl3pPr marL="914400" indent="0">
              <a:buNone/>
              <a:defRPr/>
            </a:lvl3pPr>
            <a:lvl4pPr marL="1371600" indent="0">
              <a:buNone/>
              <a:defRPr/>
            </a:lvl4pPr>
            <a:lvl5pPr marL="1828800" indent="0">
              <a:buNone/>
              <a:defRPr/>
            </a:lvl5pPr>
          </a:lstStyle>
          <a:p>
            <a:pPr lvl="0"/>
            <a:r>
              <a:rPr lang="de-DE" dirty="0"/>
              <a:t>Quote</a:t>
            </a:r>
          </a:p>
        </p:txBody>
      </p:sp>
      <p:sp>
        <p:nvSpPr>
          <p:cNvPr id="27" name="Textplatzhalter 14">
            <a:extLst>
              <a:ext uri="{FF2B5EF4-FFF2-40B4-BE49-F238E27FC236}">
                <a16:creationId xmlns:a16="http://schemas.microsoft.com/office/drawing/2014/main" id="{F2BF8D3E-D6A3-4336-AC6B-66BC5EE33CE9}"/>
              </a:ext>
            </a:extLst>
          </p:cNvPr>
          <p:cNvSpPr>
            <a:spLocks noGrp="1"/>
          </p:cNvSpPr>
          <p:nvPr>
            <p:ph type="body" sz="quarter" idx="16" hasCustomPrompt="1"/>
          </p:nvPr>
        </p:nvSpPr>
        <p:spPr>
          <a:xfrm>
            <a:off x="8140700" y="1968500"/>
            <a:ext cx="3505200" cy="569912"/>
          </a:xfrm>
        </p:spPr>
        <p:txBody>
          <a:bodyPr>
            <a:normAutofit/>
          </a:bodyPr>
          <a:lstStyle>
            <a:lvl1pPr marL="0" indent="0">
              <a:buNone/>
              <a:defRPr sz="1800" b="1">
                <a:solidFill>
                  <a:srgbClr val="003DA1"/>
                </a:solidFill>
              </a:defRPr>
            </a:lvl1pPr>
            <a:lvl2pPr marL="457200" indent="0">
              <a:buNone/>
              <a:defRPr/>
            </a:lvl2pPr>
            <a:lvl3pPr marL="914400" indent="0">
              <a:buNone/>
              <a:defRPr/>
            </a:lvl3pPr>
            <a:lvl4pPr marL="1371600" indent="0">
              <a:buNone/>
              <a:defRPr/>
            </a:lvl4pPr>
            <a:lvl5pPr marL="1828800" indent="0">
              <a:buNone/>
              <a:defRPr/>
            </a:lvl5pPr>
          </a:lstStyle>
          <a:p>
            <a:pPr lvl="0"/>
            <a:r>
              <a:rPr lang="de-DE" dirty="0"/>
              <a:t>Name Funktion</a:t>
            </a:r>
          </a:p>
        </p:txBody>
      </p:sp>
      <p:sp>
        <p:nvSpPr>
          <p:cNvPr id="28" name="Textplatzhalter 14">
            <a:extLst>
              <a:ext uri="{FF2B5EF4-FFF2-40B4-BE49-F238E27FC236}">
                <a16:creationId xmlns:a16="http://schemas.microsoft.com/office/drawing/2014/main" id="{D3933C09-B2C3-464F-A2FD-214C59BACC4F}"/>
              </a:ext>
            </a:extLst>
          </p:cNvPr>
          <p:cNvSpPr>
            <a:spLocks noGrp="1"/>
          </p:cNvSpPr>
          <p:nvPr>
            <p:ph type="body" sz="quarter" idx="17" hasCustomPrompt="1"/>
          </p:nvPr>
        </p:nvSpPr>
        <p:spPr>
          <a:xfrm>
            <a:off x="8140700" y="2659856"/>
            <a:ext cx="3505200" cy="769144"/>
          </a:xfrm>
        </p:spPr>
        <p:txBody>
          <a:bodyPr>
            <a:normAutofit/>
          </a:bodyPr>
          <a:lstStyle>
            <a:lvl1pPr marL="0" indent="0">
              <a:buNone/>
              <a:defRPr sz="1600" b="0"/>
            </a:lvl1pPr>
            <a:lvl2pPr marL="457200" indent="0">
              <a:buNone/>
              <a:defRPr/>
            </a:lvl2pPr>
            <a:lvl3pPr marL="914400" indent="0">
              <a:buNone/>
              <a:defRPr/>
            </a:lvl3pPr>
            <a:lvl4pPr marL="1371600" indent="0">
              <a:buNone/>
              <a:defRPr/>
            </a:lvl4pPr>
            <a:lvl5pPr marL="1828800" indent="0">
              <a:buNone/>
              <a:defRPr/>
            </a:lvl5pPr>
          </a:lstStyle>
          <a:p>
            <a:pPr lvl="0"/>
            <a:r>
              <a:rPr lang="de-DE" dirty="0"/>
              <a:t>Quote</a:t>
            </a:r>
          </a:p>
        </p:txBody>
      </p:sp>
      <p:sp>
        <p:nvSpPr>
          <p:cNvPr id="29" name="Textplatzhalter 14">
            <a:extLst>
              <a:ext uri="{FF2B5EF4-FFF2-40B4-BE49-F238E27FC236}">
                <a16:creationId xmlns:a16="http://schemas.microsoft.com/office/drawing/2014/main" id="{F0C18A06-BD04-4ADC-A8DB-9AE26A598913}"/>
              </a:ext>
            </a:extLst>
          </p:cNvPr>
          <p:cNvSpPr>
            <a:spLocks noGrp="1"/>
          </p:cNvSpPr>
          <p:nvPr>
            <p:ph type="body" sz="quarter" idx="18" hasCustomPrompt="1"/>
          </p:nvPr>
        </p:nvSpPr>
        <p:spPr>
          <a:xfrm>
            <a:off x="8140700" y="4112418"/>
            <a:ext cx="3505200" cy="569912"/>
          </a:xfrm>
        </p:spPr>
        <p:txBody>
          <a:bodyPr>
            <a:normAutofit/>
          </a:bodyPr>
          <a:lstStyle>
            <a:lvl1pPr marL="0" indent="0">
              <a:buNone/>
              <a:defRPr sz="1800" b="1">
                <a:solidFill>
                  <a:srgbClr val="003DA1"/>
                </a:solidFill>
              </a:defRPr>
            </a:lvl1pPr>
            <a:lvl2pPr marL="457200" indent="0">
              <a:buNone/>
              <a:defRPr/>
            </a:lvl2pPr>
            <a:lvl3pPr marL="914400" indent="0">
              <a:buNone/>
              <a:defRPr/>
            </a:lvl3pPr>
            <a:lvl4pPr marL="1371600" indent="0">
              <a:buNone/>
              <a:defRPr/>
            </a:lvl4pPr>
            <a:lvl5pPr marL="1828800" indent="0">
              <a:buNone/>
              <a:defRPr/>
            </a:lvl5pPr>
          </a:lstStyle>
          <a:p>
            <a:pPr lvl="0"/>
            <a:r>
              <a:rPr lang="de-DE" dirty="0"/>
              <a:t>Name Funktion</a:t>
            </a:r>
          </a:p>
        </p:txBody>
      </p:sp>
      <p:sp>
        <p:nvSpPr>
          <p:cNvPr id="30" name="Textplatzhalter 14">
            <a:extLst>
              <a:ext uri="{FF2B5EF4-FFF2-40B4-BE49-F238E27FC236}">
                <a16:creationId xmlns:a16="http://schemas.microsoft.com/office/drawing/2014/main" id="{06F19C32-0B94-4EE5-B7B1-FBF93332C597}"/>
              </a:ext>
            </a:extLst>
          </p:cNvPr>
          <p:cNvSpPr>
            <a:spLocks noGrp="1"/>
          </p:cNvSpPr>
          <p:nvPr>
            <p:ph type="body" sz="quarter" idx="19" hasCustomPrompt="1"/>
          </p:nvPr>
        </p:nvSpPr>
        <p:spPr>
          <a:xfrm>
            <a:off x="8140700" y="4803774"/>
            <a:ext cx="3505200" cy="769144"/>
          </a:xfrm>
        </p:spPr>
        <p:txBody>
          <a:bodyPr>
            <a:normAutofit/>
          </a:bodyPr>
          <a:lstStyle>
            <a:lvl1pPr marL="0" indent="0">
              <a:buNone/>
              <a:defRPr sz="1600" b="0"/>
            </a:lvl1pPr>
            <a:lvl2pPr marL="457200" indent="0">
              <a:buNone/>
              <a:defRPr/>
            </a:lvl2pPr>
            <a:lvl3pPr marL="914400" indent="0">
              <a:buNone/>
              <a:defRPr/>
            </a:lvl3pPr>
            <a:lvl4pPr marL="1371600" indent="0">
              <a:buNone/>
              <a:defRPr/>
            </a:lvl4pPr>
            <a:lvl5pPr marL="1828800" indent="0">
              <a:buNone/>
              <a:defRPr/>
            </a:lvl5pPr>
          </a:lstStyle>
          <a:p>
            <a:pPr lvl="0"/>
            <a:r>
              <a:rPr lang="de-DE" dirty="0"/>
              <a:t>Quote</a:t>
            </a:r>
          </a:p>
        </p:txBody>
      </p:sp>
      <p:sp>
        <p:nvSpPr>
          <p:cNvPr id="31" name="Textplatzhalter 14">
            <a:extLst>
              <a:ext uri="{FF2B5EF4-FFF2-40B4-BE49-F238E27FC236}">
                <a16:creationId xmlns:a16="http://schemas.microsoft.com/office/drawing/2014/main" id="{AF78AAA9-CBF6-4DF7-8FC9-458DAA21A80E}"/>
              </a:ext>
            </a:extLst>
          </p:cNvPr>
          <p:cNvSpPr>
            <a:spLocks noGrp="1"/>
          </p:cNvSpPr>
          <p:nvPr>
            <p:ph type="body" sz="quarter" idx="20" hasCustomPrompt="1"/>
          </p:nvPr>
        </p:nvSpPr>
        <p:spPr>
          <a:xfrm>
            <a:off x="2590800" y="4112418"/>
            <a:ext cx="3505200" cy="569912"/>
          </a:xfrm>
        </p:spPr>
        <p:txBody>
          <a:bodyPr>
            <a:normAutofit/>
          </a:bodyPr>
          <a:lstStyle>
            <a:lvl1pPr marL="0" indent="0">
              <a:buNone/>
              <a:defRPr sz="1800" b="1">
                <a:solidFill>
                  <a:srgbClr val="003DA1"/>
                </a:solidFill>
              </a:defRPr>
            </a:lvl1pPr>
            <a:lvl2pPr marL="457200" indent="0">
              <a:buNone/>
              <a:defRPr/>
            </a:lvl2pPr>
            <a:lvl3pPr marL="914400" indent="0">
              <a:buNone/>
              <a:defRPr/>
            </a:lvl3pPr>
            <a:lvl4pPr marL="1371600" indent="0">
              <a:buNone/>
              <a:defRPr/>
            </a:lvl4pPr>
            <a:lvl5pPr marL="1828800" indent="0">
              <a:buNone/>
              <a:defRPr/>
            </a:lvl5pPr>
          </a:lstStyle>
          <a:p>
            <a:pPr lvl="0"/>
            <a:r>
              <a:rPr lang="de-DE" dirty="0"/>
              <a:t>Name Funktion</a:t>
            </a:r>
          </a:p>
        </p:txBody>
      </p:sp>
      <p:sp>
        <p:nvSpPr>
          <p:cNvPr id="32" name="Textplatzhalter 14">
            <a:extLst>
              <a:ext uri="{FF2B5EF4-FFF2-40B4-BE49-F238E27FC236}">
                <a16:creationId xmlns:a16="http://schemas.microsoft.com/office/drawing/2014/main" id="{7FB15E70-0907-45CF-A148-724353ED2E0C}"/>
              </a:ext>
            </a:extLst>
          </p:cNvPr>
          <p:cNvSpPr>
            <a:spLocks noGrp="1"/>
          </p:cNvSpPr>
          <p:nvPr>
            <p:ph type="body" sz="quarter" idx="21" hasCustomPrompt="1"/>
          </p:nvPr>
        </p:nvSpPr>
        <p:spPr>
          <a:xfrm>
            <a:off x="2590800" y="4803774"/>
            <a:ext cx="3505200" cy="769144"/>
          </a:xfrm>
        </p:spPr>
        <p:txBody>
          <a:bodyPr>
            <a:normAutofit/>
          </a:bodyPr>
          <a:lstStyle>
            <a:lvl1pPr marL="0" indent="0">
              <a:buNone/>
              <a:defRPr sz="1600" b="0"/>
            </a:lvl1pPr>
            <a:lvl2pPr marL="457200" indent="0">
              <a:buNone/>
              <a:defRPr/>
            </a:lvl2pPr>
            <a:lvl3pPr marL="914400" indent="0">
              <a:buNone/>
              <a:defRPr/>
            </a:lvl3pPr>
            <a:lvl4pPr marL="1371600" indent="0">
              <a:buNone/>
              <a:defRPr/>
            </a:lvl4pPr>
            <a:lvl5pPr marL="1828800" indent="0">
              <a:buNone/>
              <a:defRPr/>
            </a:lvl5pPr>
          </a:lstStyle>
          <a:p>
            <a:pPr lvl="0"/>
            <a:r>
              <a:rPr lang="de-DE" dirty="0"/>
              <a:t>Quote</a:t>
            </a:r>
          </a:p>
        </p:txBody>
      </p:sp>
    </p:spTree>
    <p:extLst>
      <p:ext uri="{BB962C8B-B14F-4D97-AF65-F5344CB8AC3E}">
        <p14:creationId xmlns:p14="http://schemas.microsoft.com/office/powerpoint/2010/main" val="288744053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923303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9889350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3942673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70255552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smtClean="0"/>
              <a:pPr/>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61367777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smtClean="0"/>
              <a:pPr/>
              <a:t>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6923969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smtClean="0"/>
              <a:pPr/>
              <a:t>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71331109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44341715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389759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93928041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88436513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5850088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1_Quote with Caption">
    <p:spTree>
      <p:nvGrpSpPr>
        <p:cNvPr id="1" name=""/>
        <p:cNvGrpSpPr/>
        <p:nvPr/>
      </p:nvGrpSpPr>
      <p:grpSpPr>
        <a:xfrm>
          <a:off x="0" y="0"/>
          <a:ext cx="0" cy="0"/>
          <a:chOff x="0" y="0"/>
          <a:chExt cx="0" cy="0"/>
        </a:xfrm>
      </p:grpSpPr>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1746790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theme" Target="../theme/theme2.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E47AD59C-92D2-466F-802A-B9717FDD7844}"/>
              </a:ext>
            </a:extLst>
          </p:cNvPr>
          <p:cNvPicPr>
            <a:picLocks noChangeAspect="1"/>
          </p:cNvPicPr>
          <p:nvPr userDrawn="1"/>
        </p:nvPicPr>
        <p:blipFill>
          <a:blip r:embed="rId22" cstate="print">
            <a:extLst>
              <a:ext uri="{28A0092B-C50C-407E-A947-70E740481C1C}">
                <a14:useLocalDpi xmlns:a14="http://schemas.microsoft.com/office/drawing/2010/main"/>
              </a:ext>
            </a:extLst>
          </a:blip>
          <a:stretch>
            <a:fillRect/>
          </a:stretch>
        </p:blipFill>
        <p:spPr>
          <a:xfrm>
            <a:off x="10677003" y="6302384"/>
            <a:ext cx="684797" cy="555616"/>
          </a:xfrm>
          <a:prstGeom prst="rect">
            <a:avLst/>
          </a:prstGeom>
        </p:spPr>
      </p:pic>
      <p:sp>
        <p:nvSpPr>
          <p:cNvPr id="2" name="Titelplatzhalter 1">
            <a:extLst>
              <a:ext uri="{FF2B5EF4-FFF2-40B4-BE49-F238E27FC236}">
                <a16:creationId xmlns:a16="http://schemas.microsoft.com/office/drawing/2014/main" id="{B9DA6F57-E121-4815-9F59-EC6E959388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dirty="0"/>
              <a:t>Mastertitelformat bearbeiten</a:t>
            </a:r>
            <a:endParaRPr lang="de-CH" dirty="0"/>
          </a:p>
        </p:txBody>
      </p:sp>
      <p:sp>
        <p:nvSpPr>
          <p:cNvPr id="3" name="Textplatzhalter 2">
            <a:extLst>
              <a:ext uri="{FF2B5EF4-FFF2-40B4-BE49-F238E27FC236}">
                <a16:creationId xmlns:a16="http://schemas.microsoft.com/office/drawing/2014/main" id="{311FC0C0-4A7A-42C5-8BE5-59A1C498FC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de-CH" dirty="0"/>
          </a:p>
        </p:txBody>
      </p:sp>
      <p:sp>
        <p:nvSpPr>
          <p:cNvPr id="9" name="Fußzeilenplatzhalter 8">
            <a:extLst>
              <a:ext uri="{FF2B5EF4-FFF2-40B4-BE49-F238E27FC236}">
                <a16:creationId xmlns:a16="http://schemas.microsoft.com/office/drawing/2014/main" id="{8AA19EBA-944C-4855-9B22-01767EA00C97}"/>
              </a:ext>
            </a:extLst>
          </p:cNvPr>
          <p:cNvSpPr>
            <a:spLocks noGrp="1"/>
          </p:cNvSpPr>
          <p:nvPr>
            <p:ph type="ftr" sz="quarter" idx="3"/>
          </p:nvPr>
        </p:nvSpPr>
        <p:spPr>
          <a:xfrm>
            <a:off x="838200" y="6302384"/>
            <a:ext cx="7821094" cy="365125"/>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dirty="0"/>
              <a:t>Do or do not! – There is no try! – Yoda  / Thomas Winter ⛄☁️</a:t>
            </a:r>
            <a:endParaRPr lang="de-CH" dirty="0"/>
          </a:p>
        </p:txBody>
      </p:sp>
      <p:sp>
        <p:nvSpPr>
          <p:cNvPr id="10" name="Datumsplatzhalter 9">
            <a:extLst>
              <a:ext uri="{FF2B5EF4-FFF2-40B4-BE49-F238E27FC236}">
                <a16:creationId xmlns:a16="http://schemas.microsoft.com/office/drawing/2014/main" id="{797B86A5-F710-4E10-B476-14958C5C664B}"/>
              </a:ext>
            </a:extLst>
          </p:cNvPr>
          <p:cNvSpPr>
            <a:spLocks noGrp="1"/>
          </p:cNvSpPr>
          <p:nvPr>
            <p:ph type="dt" sz="half" idx="2"/>
          </p:nvPr>
        </p:nvSpPr>
        <p:spPr>
          <a:xfrm>
            <a:off x="9616039" y="6302384"/>
            <a:ext cx="942975" cy="365125"/>
          </a:xfrm>
          <a:prstGeom prst="rect">
            <a:avLst/>
          </a:prstGeom>
        </p:spPr>
        <p:txBody>
          <a:bodyPr vert="horz" lIns="91440" tIns="45720" rIns="91440" bIns="45720" rtlCol="0" anchor="ctr"/>
          <a:lstStyle>
            <a:lvl1pPr algn="ctr">
              <a:defRPr sz="1050">
                <a:solidFill>
                  <a:schemeClr val="tx1">
                    <a:tint val="75000"/>
                  </a:schemeClr>
                </a:solidFill>
              </a:defRPr>
            </a:lvl1pPr>
          </a:lstStyle>
          <a:p>
            <a:fld id="{1BECABAE-2A8F-4A67-A8BC-42976025B7E1}" type="datetime1">
              <a:rPr lang="de-CH" smtClean="0"/>
              <a:pPr/>
              <a:t>03.12.2025</a:t>
            </a:fld>
            <a:endParaRPr lang="de-CH" dirty="0"/>
          </a:p>
        </p:txBody>
      </p:sp>
      <p:sp>
        <p:nvSpPr>
          <p:cNvPr id="11" name="Foliennummernplatzhalter 10">
            <a:extLst>
              <a:ext uri="{FF2B5EF4-FFF2-40B4-BE49-F238E27FC236}">
                <a16:creationId xmlns:a16="http://schemas.microsoft.com/office/drawing/2014/main" id="{DC141F1C-F690-44E4-8620-852DE6404B92}"/>
              </a:ext>
            </a:extLst>
          </p:cNvPr>
          <p:cNvSpPr>
            <a:spLocks noGrp="1"/>
          </p:cNvSpPr>
          <p:nvPr>
            <p:ph type="sldNum" sz="quarter" idx="4"/>
          </p:nvPr>
        </p:nvSpPr>
        <p:spPr>
          <a:xfrm>
            <a:off x="8793202" y="6302384"/>
            <a:ext cx="704849" cy="355609"/>
          </a:xfrm>
          <a:prstGeom prst="rect">
            <a:avLst/>
          </a:prstGeom>
        </p:spPr>
        <p:txBody>
          <a:bodyPr vert="horz" lIns="91440" tIns="45720" rIns="91440" bIns="45720" rtlCol="0" anchor="ctr"/>
          <a:lstStyle>
            <a:lvl1pPr algn="r">
              <a:defRPr sz="1000">
                <a:solidFill>
                  <a:schemeClr val="tx1">
                    <a:tint val="75000"/>
                  </a:schemeClr>
                </a:solidFill>
              </a:defRPr>
            </a:lvl1pPr>
          </a:lstStyle>
          <a:p>
            <a:fld id="{66BEAF41-8FFB-46BD-8359-B4FF53AB7ED5}" type="slidenum">
              <a:rPr lang="de-CH" smtClean="0"/>
              <a:pPr/>
              <a:t>‹#›</a:t>
            </a:fld>
            <a:endParaRPr lang="de-CH" dirty="0"/>
          </a:p>
        </p:txBody>
      </p:sp>
    </p:spTree>
    <p:extLst>
      <p:ext uri="{BB962C8B-B14F-4D97-AF65-F5344CB8AC3E}">
        <p14:creationId xmlns:p14="http://schemas.microsoft.com/office/powerpoint/2010/main" val="147095906"/>
      </p:ext>
    </p:extLst>
  </p:cSld>
  <p:clrMap bg1="lt1" tx1="dk1" bg2="lt2" tx2="dk2" accent1="accent1" accent2="accent2" accent3="accent3" accent4="accent4" accent5="accent5" accent6="accent6" hlink="hlink" folHlink="folHlink"/>
  <p:sldLayoutIdLst>
    <p:sldLayoutId id="2147483649" r:id="rId1"/>
    <p:sldLayoutId id="2147483661" r:id="rId2"/>
    <p:sldLayoutId id="2147483659" r:id="rId3"/>
    <p:sldLayoutId id="2147483660" r:id="rId4"/>
    <p:sldLayoutId id="2147483651" r:id="rId5"/>
    <p:sldLayoutId id="2147483664" r:id="rId6"/>
    <p:sldLayoutId id="2147483657" r:id="rId7"/>
    <p:sldLayoutId id="2147483650" r:id="rId8"/>
    <p:sldLayoutId id="2147483663" r:id="rId9"/>
    <p:sldLayoutId id="2147483652" r:id="rId10"/>
    <p:sldLayoutId id="2147483667" r:id="rId11"/>
    <p:sldLayoutId id="2147483653" r:id="rId12"/>
    <p:sldLayoutId id="2147483671" r:id="rId13"/>
    <p:sldLayoutId id="2147483666" r:id="rId14"/>
    <p:sldLayoutId id="2147483670" r:id="rId15"/>
    <p:sldLayoutId id="2147483665" r:id="rId16"/>
    <p:sldLayoutId id="2147483669" r:id="rId17"/>
    <p:sldLayoutId id="2147483673" r:id="rId18"/>
    <p:sldLayoutId id="2147483668" r:id="rId19"/>
    <p:sldLayoutId id="2147483674" r:id="rId20"/>
  </p:sldLayoutIdLst>
  <p:hf sldNum="0" hdr="0"/>
  <p:txStyles>
    <p:titleStyle>
      <a:lvl1pPr algn="l" defTabSz="914400" rtl="0" eaLnBrk="1" latinLnBrk="0" hangingPunct="1">
        <a:lnSpc>
          <a:spcPct val="90000"/>
        </a:lnSpc>
        <a:spcBef>
          <a:spcPct val="0"/>
        </a:spcBef>
        <a:buNone/>
        <a:defRPr sz="3600" b="1" kern="1200">
          <a:solidFill>
            <a:srgbClr val="003DA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B61BEF0D-F0BB-DE4B-95CE-6DB70DBA9567}" type="datetimeFigureOut">
              <a:rPr lang="en-US" smtClean="0"/>
              <a:pPr/>
              <a:t>12/3/2025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330275101"/>
      </p:ext>
    </p:extLst>
  </p:cSld>
  <p:clrMap bg1="dk1" tx1="lt1" bg2="dk2" tx2="lt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8" Type="http://schemas.openxmlformats.org/officeDocument/2006/relationships/hyperlink" Target="mailto:sarah.reed@company-example.com" TargetMode="External"/><Relationship Id="rId3" Type="http://schemas.openxmlformats.org/officeDocument/2006/relationships/hyperlink" Target="mailto:alex.smith@company-example.com" TargetMode="External"/><Relationship Id="rId7" Type="http://schemas.openxmlformats.org/officeDocument/2006/relationships/hyperlink" Target="mailto:steve.black@systems-example.com" TargetMode="External"/><Relationship Id="rId2" Type="http://schemas.openxmlformats.org/officeDocument/2006/relationships/hyperlink" Target="mailto:john.doe@company-example.com" TargetMode="External"/><Relationship Id="rId1" Type="http://schemas.openxmlformats.org/officeDocument/2006/relationships/slideLayout" Target="../slideLayouts/slideLayout8.xml"/><Relationship Id="rId6" Type="http://schemas.openxmlformats.org/officeDocument/2006/relationships/hyperlink" Target="mailto:mark.green@company-example.com" TargetMode="External"/><Relationship Id="rId5" Type="http://schemas.openxmlformats.org/officeDocument/2006/relationships/hyperlink" Target="mailto:thomas.white@company-example.com" TargetMode="External"/><Relationship Id="rId4" Type="http://schemas.openxmlformats.org/officeDocument/2006/relationships/hyperlink" Target="mailto:peter.brown@company-example.co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2401CE4-25EA-40EE-B83F-A37DD799808A}"/>
              </a:ext>
            </a:extLst>
          </p:cNvPr>
          <p:cNvSpPr>
            <a:spLocks noGrp="1"/>
          </p:cNvSpPr>
          <p:nvPr>
            <p:ph type="ctrTitle"/>
          </p:nvPr>
        </p:nvSpPr>
        <p:spPr/>
        <p:txBody>
          <a:bodyPr/>
          <a:lstStyle/>
          <a:p>
            <a:r>
              <a:rPr lang="en-US" dirty="0"/>
              <a:t>AI Productivity Hacks for Leaders</a:t>
            </a:r>
            <a:endParaRPr lang="de-CH" dirty="0"/>
          </a:p>
        </p:txBody>
      </p:sp>
      <p:sp>
        <p:nvSpPr>
          <p:cNvPr id="3" name="Untertitel 2">
            <a:extLst>
              <a:ext uri="{FF2B5EF4-FFF2-40B4-BE49-F238E27FC236}">
                <a16:creationId xmlns:a16="http://schemas.microsoft.com/office/drawing/2014/main" id="{6BE8EA62-0DAC-4E6B-ABD8-E5571B9CC99E}"/>
              </a:ext>
            </a:extLst>
          </p:cNvPr>
          <p:cNvSpPr>
            <a:spLocks noGrp="1"/>
          </p:cNvSpPr>
          <p:nvPr>
            <p:ph type="subTitle" idx="1"/>
          </p:nvPr>
        </p:nvSpPr>
        <p:spPr/>
        <p:txBody>
          <a:bodyPr/>
          <a:lstStyle/>
          <a:p>
            <a:r>
              <a:rPr lang="de-CH" dirty="0"/>
              <a:t>Thomas Winter </a:t>
            </a:r>
            <a:r>
              <a:rPr lang="en-US" dirty="0"/>
              <a:t>⛄☁️</a:t>
            </a:r>
          </a:p>
          <a:p>
            <a:endParaRPr lang="de-CH" dirty="0"/>
          </a:p>
        </p:txBody>
      </p:sp>
    </p:spTree>
    <p:extLst>
      <p:ext uri="{BB962C8B-B14F-4D97-AF65-F5344CB8AC3E}">
        <p14:creationId xmlns:p14="http://schemas.microsoft.com/office/powerpoint/2010/main" val="2406599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4DCC43-0C1C-49E8-03E5-452BFBF0B2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6990"/>
          <a:stretch/>
        </p:blipFill>
        <p:spPr bwMode="auto">
          <a:xfrm>
            <a:off x="20" y="1282"/>
            <a:ext cx="12191980" cy="6856718"/>
          </a:xfrm>
          <a:prstGeom prst="rect">
            <a:avLst/>
          </a:prstGeom>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CE333188-B56C-717A-C28C-D504518E9CCE}"/>
              </a:ext>
            </a:extLst>
          </p:cNvPr>
          <p:cNvSpPr>
            <a:spLocks noGrp="1"/>
          </p:cNvSpPr>
          <p:nvPr>
            <p:ph type="sldNum" sz="quarter" idx="12"/>
          </p:nvPr>
        </p:nvSpPr>
        <p:spPr>
          <a:xfrm>
            <a:off x="8610600" y="6356350"/>
            <a:ext cx="2743200" cy="365125"/>
          </a:xfrm>
        </p:spPr>
        <p:txBody>
          <a:bodyPr>
            <a:normAutofit/>
          </a:bodyPr>
          <a:lstStyle/>
          <a:p>
            <a:pPr>
              <a:spcAft>
                <a:spcPts val="600"/>
              </a:spcAft>
            </a:pPr>
            <a:fld id="{AABBD3B7-23DB-4BA7-A0CF-D2634FC1C053}" type="slidenum">
              <a:rPr lang="en-US">
                <a:solidFill>
                  <a:srgbClr val="FFFFFF"/>
                </a:solidFill>
              </a:rPr>
              <a:pPr>
                <a:spcAft>
                  <a:spcPts val="600"/>
                </a:spcAft>
              </a:pPr>
              <a:t>2</a:t>
            </a:fld>
            <a:endParaRPr lang="en-US">
              <a:solidFill>
                <a:srgbClr val="FFFFFF"/>
              </a:solidFill>
            </a:endParaRPr>
          </a:p>
        </p:txBody>
      </p:sp>
    </p:spTree>
    <p:extLst>
      <p:ext uri="{BB962C8B-B14F-4D97-AF65-F5344CB8AC3E}">
        <p14:creationId xmlns:p14="http://schemas.microsoft.com/office/powerpoint/2010/main" val="29601897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7F3137E-657D-4DA3-A723-14C0468EF264}"/>
              </a:ext>
            </a:extLst>
          </p:cNvPr>
          <p:cNvSpPr>
            <a:spLocks noGrp="1"/>
          </p:cNvSpPr>
          <p:nvPr>
            <p:ph type="title"/>
          </p:nvPr>
        </p:nvSpPr>
        <p:spPr/>
        <p:txBody>
          <a:bodyPr/>
          <a:lstStyle/>
          <a:p>
            <a:r>
              <a:rPr lang="de-CH" dirty="0"/>
              <a:t>Agenda</a:t>
            </a:r>
          </a:p>
        </p:txBody>
      </p:sp>
      <p:sp>
        <p:nvSpPr>
          <p:cNvPr id="3" name="Inhaltsplatzhalter 2">
            <a:extLst>
              <a:ext uri="{FF2B5EF4-FFF2-40B4-BE49-F238E27FC236}">
                <a16:creationId xmlns:a16="http://schemas.microsoft.com/office/drawing/2014/main" id="{5331A884-A570-45F4-A4B1-81B0064DF8B9}"/>
              </a:ext>
            </a:extLst>
          </p:cNvPr>
          <p:cNvSpPr>
            <a:spLocks noGrp="1"/>
          </p:cNvSpPr>
          <p:nvPr>
            <p:ph idx="1"/>
          </p:nvPr>
        </p:nvSpPr>
        <p:spPr/>
        <p:txBody>
          <a:bodyPr>
            <a:normAutofit fontScale="70000" lnSpcReduction="20000"/>
          </a:bodyPr>
          <a:lstStyle/>
          <a:p>
            <a:pPr>
              <a:lnSpc>
                <a:spcPct val="120000"/>
              </a:lnSpc>
            </a:pPr>
            <a:r>
              <a:rPr lang="en-US" noProof="0" dirty="0"/>
              <a:t>1330 Welcome</a:t>
            </a:r>
          </a:p>
          <a:p>
            <a:pPr>
              <a:lnSpc>
                <a:spcPct val="120000"/>
              </a:lnSpc>
            </a:pPr>
            <a:r>
              <a:rPr lang="en-US" noProof="0" dirty="0"/>
              <a:t>1345 Confidential and Sovereign AI</a:t>
            </a:r>
          </a:p>
          <a:p>
            <a:pPr>
              <a:lnSpc>
                <a:spcPct val="120000"/>
              </a:lnSpc>
            </a:pPr>
            <a:r>
              <a:rPr lang="en-US" noProof="0" dirty="0"/>
              <a:t>1400 AI toolbox for leaders</a:t>
            </a:r>
          </a:p>
          <a:p>
            <a:pPr>
              <a:lnSpc>
                <a:spcPct val="120000"/>
              </a:lnSpc>
            </a:pPr>
            <a:r>
              <a:rPr lang="en-US" noProof="0" dirty="0"/>
              <a:t>1430 Pause ☕</a:t>
            </a:r>
          </a:p>
          <a:p>
            <a:pPr>
              <a:lnSpc>
                <a:spcPct val="120000"/>
              </a:lnSpc>
            </a:pPr>
            <a:r>
              <a:rPr lang="en-US" noProof="0" dirty="0"/>
              <a:t>1445 Exercise: Golden Circle with AI </a:t>
            </a:r>
          </a:p>
          <a:p>
            <a:pPr>
              <a:lnSpc>
                <a:spcPct val="120000"/>
              </a:lnSpc>
            </a:pPr>
            <a:r>
              <a:rPr lang="en-US" noProof="0" dirty="0"/>
              <a:t>1515 Exercise: </a:t>
            </a:r>
            <a:r>
              <a:rPr lang="en-US" noProof="0" dirty="0" err="1"/>
              <a:t>HeyGen</a:t>
            </a:r>
            <a:r>
              <a:rPr lang="en-US" noProof="0" dirty="0"/>
              <a:t> 📽️</a:t>
            </a:r>
          </a:p>
          <a:p>
            <a:pPr>
              <a:lnSpc>
                <a:spcPct val="120000"/>
              </a:lnSpc>
            </a:pPr>
            <a:r>
              <a:rPr lang="en-US" noProof="0" dirty="0"/>
              <a:t>1545 Pause ☕</a:t>
            </a:r>
          </a:p>
          <a:p>
            <a:pPr>
              <a:lnSpc>
                <a:spcPct val="120000"/>
              </a:lnSpc>
            </a:pPr>
            <a:r>
              <a:rPr lang="en-US" noProof="0" dirty="0"/>
              <a:t>1600 Exercise: Managing emotions with AI</a:t>
            </a:r>
          </a:p>
          <a:p>
            <a:pPr>
              <a:lnSpc>
                <a:spcPct val="120000"/>
              </a:lnSpc>
            </a:pPr>
            <a:r>
              <a:rPr lang="en-US" noProof="0" dirty="0"/>
              <a:t>1615 Exercise: Boss 🚒🧑‍🚒</a:t>
            </a:r>
          </a:p>
          <a:p>
            <a:endParaRPr lang="en-US" noProof="0" dirty="0"/>
          </a:p>
        </p:txBody>
      </p:sp>
      <p:sp>
        <p:nvSpPr>
          <p:cNvPr id="4" name="Datumsplatzhalter 3">
            <a:extLst>
              <a:ext uri="{FF2B5EF4-FFF2-40B4-BE49-F238E27FC236}">
                <a16:creationId xmlns:a16="http://schemas.microsoft.com/office/drawing/2014/main" id="{6858608B-CB12-425B-B428-DFC000C354E5}"/>
              </a:ext>
            </a:extLst>
          </p:cNvPr>
          <p:cNvSpPr>
            <a:spLocks noGrp="1"/>
          </p:cNvSpPr>
          <p:nvPr>
            <p:ph type="dt" sz="half" idx="10"/>
          </p:nvPr>
        </p:nvSpPr>
        <p:spPr/>
        <p:txBody>
          <a:bodyPr/>
          <a:lstStyle/>
          <a:p>
            <a:fld id="{909B05D8-F536-4D06-B0DA-7EE54F04900E}" type="datetime1">
              <a:rPr lang="de-CH" smtClean="0"/>
              <a:t>03.12.2025</a:t>
            </a:fld>
            <a:endParaRPr lang="de-CH" dirty="0"/>
          </a:p>
        </p:txBody>
      </p:sp>
      <p:sp>
        <p:nvSpPr>
          <p:cNvPr id="5" name="Fußzeilenplatzhalter 4">
            <a:extLst>
              <a:ext uri="{FF2B5EF4-FFF2-40B4-BE49-F238E27FC236}">
                <a16:creationId xmlns:a16="http://schemas.microsoft.com/office/drawing/2014/main" id="{7EEFFD47-79CC-47B7-B40D-79C1E621F143}"/>
              </a:ext>
            </a:extLst>
          </p:cNvPr>
          <p:cNvSpPr>
            <a:spLocks noGrp="1"/>
          </p:cNvSpPr>
          <p:nvPr>
            <p:ph type="ftr" sz="quarter" idx="11"/>
          </p:nvPr>
        </p:nvSpPr>
        <p:spPr/>
        <p:txBody>
          <a:bodyPr/>
          <a:lstStyle/>
          <a:p>
            <a:endParaRPr lang="de-CH" dirty="0"/>
          </a:p>
        </p:txBody>
      </p:sp>
    </p:spTree>
    <p:extLst>
      <p:ext uri="{BB962C8B-B14F-4D97-AF65-F5344CB8AC3E}">
        <p14:creationId xmlns:p14="http://schemas.microsoft.com/office/powerpoint/2010/main" val="464907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93B4B-9ED1-3CAB-FF8E-24F951A2FA10}"/>
              </a:ext>
            </a:extLst>
          </p:cNvPr>
          <p:cNvSpPr>
            <a:spLocks noGrp="1"/>
          </p:cNvSpPr>
          <p:nvPr>
            <p:ph type="title"/>
          </p:nvPr>
        </p:nvSpPr>
        <p:spPr/>
        <p:txBody>
          <a:bodyPr/>
          <a:lstStyle/>
          <a:p>
            <a:r>
              <a:rPr lang="en-US" dirty="0"/>
              <a:t>About me</a:t>
            </a:r>
            <a:endParaRPr lang="en-CH" dirty="0"/>
          </a:p>
        </p:txBody>
      </p:sp>
      <p:sp>
        <p:nvSpPr>
          <p:cNvPr id="3" name="Content Placeholder 2">
            <a:extLst>
              <a:ext uri="{FF2B5EF4-FFF2-40B4-BE49-F238E27FC236}">
                <a16:creationId xmlns:a16="http://schemas.microsoft.com/office/drawing/2014/main" id="{B78B4516-E5FA-3866-A81B-8A1D4C8A2BBB}"/>
              </a:ext>
            </a:extLst>
          </p:cNvPr>
          <p:cNvSpPr>
            <a:spLocks noGrp="1"/>
          </p:cNvSpPr>
          <p:nvPr>
            <p:ph idx="1"/>
          </p:nvPr>
        </p:nvSpPr>
        <p:spPr/>
        <p:txBody>
          <a:bodyPr/>
          <a:lstStyle/>
          <a:p>
            <a:r>
              <a:rPr lang="en-US" sz="3200" dirty="0"/>
              <a:t>El Engineer / HSG MBA</a:t>
            </a:r>
          </a:p>
          <a:p>
            <a:r>
              <a:rPr lang="en-US" sz="3200" dirty="0"/>
              <a:t>Corporate career – Sales &amp; Transformation</a:t>
            </a:r>
          </a:p>
          <a:p>
            <a:r>
              <a:rPr lang="en-US" dirty="0"/>
              <a:t>Scale Up</a:t>
            </a:r>
          </a:p>
          <a:p>
            <a:endParaRPr lang="en-US" dirty="0"/>
          </a:p>
          <a:p>
            <a:r>
              <a:rPr lang="en-US" dirty="0"/>
              <a:t>Executive Nerd</a:t>
            </a:r>
          </a:p>
          <a:p>
            <a:r>
              <a:rPr lang="en-US" dirty="0"/>
              <a:t>Life is good</a:t>
            </a:r>
            <a:endParaRPr lang="en-CH" dirty="0"/>
          </a:p>
        </p:txBody>
      </p:sp>
      <p:sp>
        <p:nvSpPr>
          <p:cNvPr id="4" name="Date Placeholder 3">
            <a:extLst>
              <a:ext uri="{FF2B5EF4-FFF2-40B4-BE49-F238E27FC236}">
                <a16:creationId xmlns:a16="http://schemas.microsoft.com/office/drawing/2014/main" id="{A2A885D2-3615-16FF-1FCC-185CF3B4B406}"/>
              </a:ext>
            </a:extLst>
          </p:cNvPr>
          <p:cNvSpPr>
            <a:spLocks noGrp="1"/>
          </p:cNvSpPr>
          <p:nvPr>
            <p:ph type="dt" sz="half" idx="10"/>
          </p:nvPr>
        </p:nvSpPr>
        <p:spPr/>
        <p:txBody>
          <a:bodyPr/>
          <a:lstStyle/>
          <a:p>
            <a:fld id="{909B05D8-F536-4D06-B0DA-7EE54F04900E}" type="datetime1">
              <a:rPr lang="de-CH" smtClean="0"/>
              <a:t>03.12.2025</a:t>
            </a:fld>
            <a:endParaRPr lang="de-CH" dirty="0"/>
          </a:p>
        </p:txBody>
      </p:sp>
      <p:sp>
        <p:nvSpPr>
          <p:cNvPr id="5" name="Footer Placeholder 4">
            <a:extLst>
              <a:ext uri="{FF2B5EF4-FFF2-40B4-BE49-F238E27FC236}">
                <a16:creationId xmlns:a16="http://schemas.microsoft.com/office/drawing/2014/main" id="{DE450FA1-2B95-CF02-9D06-10FA5DB60569}"/>
              </a:ext>
            </a:extLst>
          </p:cNvPr>
          <p:cNvSpPr>
            <a:spLocks noGrp="1"/>
          </p:cNvSpPr>
          <p:nvPr>
            <p:ph type="ftr" sz="quarter" idx="11"/>
          </p:nvPr>
        </p:nvSpPr>
        <p:spPr/>
        <p:txBody>
          <a:bodyPr/>
          <a:lstStyle/>
          <a:p>
            <a:r>
              <a:rPr lang="en-US"/>
              <a:t>Do or do not! – There is no try! – Yoda  / Thomas Winter ⛄☁️</a:t>
            </a:r>
            <a:endParaRPr lang="de-CH" dirty="0"/>
          </a:p>
        </p:txBody>
      </p:sp>
      <p:pic>
        <p:nvPicPr>
          <p:cNvPr id="5122" name="Picture 2" descr="S2 Mulholland electric motorcycle | LiveWire Switzerland">
            <a:extLst>
              <a:ext uri="{FF2B5EF4-FFF2-40B4-BE49-F238E27FC236}">
                <a16:creationId xmlns:a16="http://schemas.microsoft.com/office/drawing/2014/main" id="{34B4F5C2-28AB-743A-E0F3-ACF6DC6FF4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83343" y="2682603"/>
            <a:ext cx="6048829" cy="3629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47813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6A840-C8A3-9F65-7E8B-6FA10DBEA44E}"/>
              </a:ext>
            </a:extLst>
          </p:cNvPr>
          <p:cNvSpPr>
            <a:spLocks noGrp="1"/>
          </p:cNvSpPr>
          <p:nvPr>
            <p:ph type="title"/>
          </p:nvPr>
        </p:nvSpPr>
        <p:spPr/>
        <p:txBody>
          <a:bodyPr/>
          <a:lstStyle/>
          <a:p>
            <a:r>
              <a:rPr lang="en-US" dirty="0"/>
              <a:t>Me and Microsoft</a:t>
            </a:r>
            <a:endParaRPr lang="en-CH" dirty="0"/>
          </a:p>
        </p:txBody>
      </p:sp>
      <p:sp>
        <p:nvSpPr>
          <p:cNvPr id="3" name="Content Placeholder 2">
            <a:extLst>
              <a:ext uri="{FF2B5EF4-FFF2-40B4-BE49-F238E27FC236}">
                <a16:creationId xmlns:a16="http://schemas.microsoft.com/office/drawing/2014/main" id="{68453023-913D-2DED-2D20-E8B83AA11669}"/>
              </a:ext>
            </a:extLst>
          </p:cNvPr>
          <p:cNvSpPr>
            <a:spLocks noGrp="1"/>
          </p:cNvSpPr>
          <p:nvPr>
            <p:ph idx="1"/>
          </p:nvPr>
        </p:nvSpPr>
        <p:spPr>
          <a:xfrm>
            <a:off x="838200" y="1625147"/>
            <a:ext cx="10515600" cy="4351338"/>
          </a:xfrm>
        </p:spPr>
        <p:txBody>
          <a:bodyPr>
            <a:normAutofit fontScale="92500"/>
          </a:bodyPr>
          <a:lstStyle/>
          <a:p>
            <a:r>
              <a:rPr lang="en-US" dirty="0"/>
              <a:t>It’s complicated</a:t>
            </a:r>
          </a:p>
          <a:p>
            <a:r>
              <a:rPr lang="en-US" dirty="0"/>
              <a:t>Office works better on Windows</a:t>
            </a:r>
            <a:endParaRPr lang="en-CH" dirty="0"/>
          </a:p>
          <a:p>
            <a:r>
              <a:rPr lang="en-US" dirty="0"/>
              <a:t>What you get included is mostly good enough</a:t>
            </a:r>
            <a:endParaRPr lang="en-CH" dirty="0"/>
          </a:p>
          <a:p>
            <a:r>
              <a:rPr lang="en-US" dirty="0"/>
              <a:t>Identity management is solved </a:t>
            </a:r>
            <a:endParaRPr lang="en-CH" dirty="0"/>
          </a:p>
          <a:p>
            <a:r>
              <a:rPr lang="en-US" dirty="0"/>
              <a:t>Copilot isn’t great, but is deeply embedded</a:t>
            </a:r>
            <a:endParaRPr lang="en-CH"/>
          </a:p>
          <a:p>
            <a:r>
              <a:rPr lang="en-US"/>
              <a:t>Google </a:t>
            </a:r>
            <a:r>
              <a:rPr lang="en-US" dirty="0"/>
              <a:t>Workspace works better for SMB</a:t>
            </a:r>
          </a:p>
          <a:p>
            <a:r>
              <a:rPr lang="en-US" dirty="0"/>
              <a:t>Is PowerPoint dead? Gamma is next level</a:t>
            </a:r>
          </a:p>
          <a:p>
            <a:r>
              <a:rPr lang="en-US" dirty="0"/>
              <a:t>It’s 2025 and Mac has no facial recognition and no touch</a:t>
            </a:r>
          </a:p>
        </p:txBody>
      </p:sp>
      <p:sp>
        <p:nvSpPr>
          <p:cNvPr id="4" name="Date Placeholder 3">
            <a:extLst>
              <a:ext uri="{FF2B5EF4-FFF2-40B4-BE49-F238E27FC236}">
                <a16:creationId xmlns:a16="http://schemas.microsoft.com/office/drawing/2014/main" id="{B4166081-82A9-211A-40D9-F267EADE05A8}"/>
              </a:ext>
            </a:extLst>
          </p:cNvPr>
          <p:cNvSpPr>
            <a:spLocks noGrp="1"/>
          </p:cNvSpPr>
          <p:nvPr>
            <p:ph type="dt" sz="half" idx="10"/>
          </p:nvPr>
        </p:nvSpPr>
        <p:spPr/>
        <p:txBody>
          <a:bodyPr/>
          <a:lstStyle/>
          <a:p>
            <a:fld id="{909B05D8-F536-4D06-B0DA-7EE54F04900E}" type="datetime1">
              <a:rPr lang="de-CH" smtClean="0"/>
              <a:t>03.12.2025</a:t>
            </a:fld>
            <a:endParaRPr lang="de-CH" dirty="0"/>
          </a:p>
        </p:txBody>
      </p:sp>
      <p:sp>
        <p:nvSpPr>
          <p:cNvPr id="5" name="Footer Placeholder 4">
            <a:extLst>
              <a:ext uri="{FF2B5EF4-FFF2-40B4-BE49-F238E27FC236}">
                <a16:creationId xmlns:a16="http://schemas.microsoft.com/office/drawing/2014/main" id="{55F505EE-14BE-3A2B-0437-A4F044CB8FB4}"/>
              </a:ext>
            </a:extLst>
          </p:cNvPr>
          <p:cNvSpPr>
            <a:spLocks noGrp="1"/>
          </p:cNvSpPr>
          <p:nvPr>
            <p:ph type="ftr" sz="quarter" idx="11"/>
          </p:nvPr>
        </p:nvSpPr>
        <p:spPr/>
        <p:txBody>
          <a:bodyPr/>
          <a:lstStyle/>
          <a:p>
            <a:r>
              <a:rPr lang="en-US" dirty="0"/>
              <a:t>Do or do not! – There is no try! – Yoda  / Thomas Winter ⛄☁️</a:t>
            </a:r>
            <a:endParaRPr lang="de-CH" dirty="0"/>
          </a:p>
        </p:txBody>
      </p:sp>
    </p:spTree>
    <p:extLst>
      <p:ext uri="{BB962C8B-B14F-4D97-AF65-F5344CB8AC3E}">
        <p14:creationId xmlns:p14="http://schemas.microsoft.com/office/powerpoint/2010/main" val="3291133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FCCDE-7C14-3B59-A04B-06A33CAE1543}"/>
              </a:ext>
            </a:extLst>
          </p:cNvPr>
          <p:cNvSpPr>
            <a:spLocks noGrp="1"/>
          </p:cNvSpPr>
          <p:nvPr>
            <p:ph type="title"/>
          </p:nvPr>
        </p:nvSpPr>
        <p:spPr/>
        <p:txBody>
          <a:bodyPr/>
          <a:lstStyle/>
          <a:p>
            <a:r>
              <a:rPr lang="en-US" dirty="0"/>
              <a:t>Hybrid meetings – It’s 2025 and still WTAF!</a:t>
            </a:r>
            <a:endParaRPr lang="en-CH" dirty="0"/>
          </a:p>
        </p:txBody>
      </p:sp>
      <p:sp>
        <p:nvSpPr>
          <p:cNvPr id="3" name="Content Placeholder 2">
            <a:extLst>
              <a:ext uri="{FF2B5EF4-FFF2-40B4-BE49-F238E27FC236}">
                <a16:creationId xmlns:a16="http://schemas.microsoft.com/office/drawing/2014/main" id="{77F875DA-261F-454F-9F78-90B349A64487}"/>
              </a:ext>
            </a:extLst>
          </p:cNvPr>
          <p:cNvSpPr>
            <a:spLocks noGrp="1"/>
          </p:cNvSpPr>
          <p:nvPr>
            <p:ph idx="1"/>
          </p:nvPr>
        </p:nvSpPr>
        <p:spPr/>
        <p:txBody>
          <a:bodyPr/>
          <a:lstStyle/>
          <a:p>
            <a:r>
              <a:rPr lang="en-US" dirty="0"/>
              <a:t>30min</a:t>
            </a:r>
          </a:p>
          <a:p>
            <a:r>
              <a:rPr lang="en-US" dirty="0"/>
              <a:t>An HDMI cable</a:t>
            </a:r>
          </a:p>
          <a:p>
            <a:r>
              <a:rPr lang="en-US" dirty="0"/>
              <a:t>WIFI</a:t>
            </a:r>
          </a:p>
          <a:p>
            <a:endParaRPr lang="en-US" dirty="0"/>
          </a:p>
          <a:p>
            <a:r>
              <a:rPr lang="en-US" dirty="0"/>
              <a:t>Video</a:t>
            </a:r>
          </a:p>
          <a:p>
            <a:r>
              <a:rPr lang="en-US" dirty="0"/>
              <a:t>Audio</a:t>
            </a:r>
          </a:p>
          <a:p>
            <a:r>
              <a:rPr lang="en-US" dirty="0"/>
              <a:t>Whiteboard</a:t>
            </a:r>
          </a:p>
          <a:p>
            <a:endParaRPr lang="en-CH" dirty="0"/>
          </a:p>
        </p:txBody>
      </p:sp>
      <p:sp>
        <p:nvSpPr>
          <p:cNvPr id="4" name="Date Placeholder 3">
            <a:extLst>
              <a:ext uri="{FF2B5EF4-FFF2-40B4-BE49-F238E27FC236}">
                <a16:creationId xmlns:a16="http://schemas.microsoft.com/office/drawing/2014/main" id="{DCD10915-20E2-A623-1DB0-9B2AC573FE06}"/>
              </a:ext>
            </a:extLst>
          </p:cNvPr>
          <p:cNvSpPr>
            <a:spLocks noGrp="1"/>
          </p:cNvSpPr>
          <p:nvPr>
            <p:ph type="dt" sz="half" idx="10"/>
          </p:nvPr>
        </p:nvSpPr>
        <p:spPr/>
        <p:txBody>
          <a:bodyPr/>
          <a:lstStyle/>
          <a:p>
            <a:fld id="{909B05D8-F536-4D06-B0DA-7EE54F04900E}" type="datetime1">
              <a:rPr lang="de-CH" smtClean="0"/>
              <a:t>03.12.2025</a:t>
            </a:fld>
            <a:endParaRPr lang="de-CH" dirty="0"/>
          </a:p>
        </p:txBody>
      </p:sp>
      <p:sp>
        <p:nvSpPr>
          <p:cNvPr id="5" name="Footer Placeholder 4">
            <a:extLst>
              <a:ext uri="{FF2B5EF4-FFF2-40B4-BE49-F238E27FC236}">
                <a16:creationId xmlns:a16="http://schemas.microsoft.com/office/drawing/2014/main" id="{BE3952FA-CCE0-1F17-BF07-D865D5731FE0}"/>
              </a:ext>
            </a:extLst>
          </p:cNvPr>
          <p:cNvSpPr>
            <a:spLocks noGrp="1"/>
          </p:cNvSpPr>
          <p:nvPr>
            <p:ph type="ftr" sz="quarter" idx="11"/>
          </p:nvPr>
        </p:nvSpPr>
        <p:spPr/>
        <p:txBody>
          <a:bodyPr/>
          <a:lstStyle/>
          <a:p>
            <a:r>
              <a:rPr lang="en-US" dirty="0"/>
              <a:t>Do or do not! – There is no try! – Yoda  / Thomas Winter ⛄☁️</a:t>
            </a:r>
            <a:endParaRPr lang="de-CH" dirty="0"/>
          </a:p>
        </p:txBody>
      </p:sp>
      <p:pic>
        <p:nvPicPr>
          <p:cNvPr id="8194" name="Picture 2" descr="Produktbild RØDE Wireless GO II">
            <a:extLst>
              <a:ext uri="{FF2B5EF4-FFF2-40B4-BE49-F238E27FC236}">
                <a16:creationId xmlns:a16="http://schemas.microsoft.com/office/drawing/2014/main" id="{62864B58-FBB8-D873-BD90-DF32D750BA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3247" y="2162511"/>
            <a:ext cx="2901191" cy="36775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8834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CA66E-1584-66F0-513C-2259D2C6D0A5}"/>
              </a:ext>
            </a:extLst>
          </p:cNvPr>
          <p:cNvSpPr>
            <a:spLocks noGrp="1"/>
          </p:cNvSpPr>
          <p:nvPr>
            <p:ph type="title"/>
          </p:nvPr>
        </p:nvSpPr>
        <p:spPr/>
        <p:txBody>
          <a:bodyPr/>
          <a:lstStyle/>
          <a:p>
            <a:r>
              <a:rPr lang="en-US" dirty="0"/>
              <a:t>AI and Data - Sovereignty</a:t>
            </a:r>
            <a:endParaRPr lang="en-CH" dirty="0"/>
          </a:p>
        </p:txBody>
      </p:sp>
      <p:sp>
        <p:nvSpPr>
          <p:cNvPr id="3" name="Content Placeholder 2">
            <a:extLst>
              <a:ext uri="{FF2B5EF4-FFF2-40B4-BE49-F238E27FC236}">
                <a16:creationId xmlns:a16="http://schemas.microsoft.com/office/drawing/2014/main" id="{0BD6EBA9-AB8E-40E2-4647-50684BD0FC9E}"/>
              </a:ext>
            </a:extLst>
          </p:cNvPr>
          <p:cNvSpPr>
            <a:spLocks noGrp="1"/>
          </p:cNvSpPr>
          <p:nvPr>
            <p:ph idx="1"/>
          </p:nvPr>
        </p:nvSpPr>
        <p:spPr/>
        <p:txBody>
          <a:bodyPr/>
          <a:lstStyle/>
          <a:p>
            <a:r>
              <a:rPr lang="en-US" dirty="0"/>
              <a:t>Cloud Act</a:t>
            </a:r>
          </a:p>
          <a:p>
            <a:r>
              <a:rPr lang="en-US" dirty="0"/>
              <a:t>National security grounds</a:t>
            </a:r>
          </a:p>
          <a:p>
            <a:r>
              <a:rPr lang="en-US" dirty="0"/>
              <a:t>Patriot Act</a:t>
            </a:r>
          </a:p>
          <a:p>
            <a:r>
              <a:rPr lang="en-US" dirty="0"/>
              <a:t>Attack surface</a:t>
            </a:r>
          </a:p>
          <a:p>
            <a:r>
              <a:rPr lang="en-US" dirty="0"/>
              <a:t>dogs and children</a:t>
            </a:r>
            <a:endParaRPr lang="en-CH" dirty="0"/>
          </a:p>
        </p:txBody>
      </p:sp>
      <p:sp>
        <p:nvSpPr>
          <p:cNvPr id="4" name="Date Placeholder 3">
            <a:extLst>
              <a:ext uri="{FF2B5EF4-FFF2-40B4-BE49-F238E27FC236}">
                <a16:creationId xmlns:a16="http://schemas.microsoft.com/office/drawing/2014/main" id="{AC5E21D2-EC06-4856-60AE-34B2CFB0DE18}"/>
              </a:ext>
            </a:extLst>
          </p:cNvPr>
          <p:cNvSpPr>
            <a:spLocks noGrp="1"/>
          </p:cNvSpPr>
          <p:nvPr>
            <p:ph type="dt" sz="half" idx="10"/>
          </p:nvPr>
        </p:nvSpPr>
        <p:spPr/>
        <p:txBody>
          <a:bodyPr/>
          <a:lstStyle/>
          <a:p>
            <a:fld id="{909B05D8-F536-4D06-B0DA-7EE54F04900E}" type="datetime1">
              <a:rPr lang="de-CH" smtClean="0"/>
              <a:t>03.12.2025</a:t>
            </a:fld>
            <a:endParaRPr lang="de-CH" dirty="0"/>
          </a:p>
        </p:txBody>
      </p:sp>
      <p:sp>
        <p:nvSpPr>
          <p:cNvPr id="5" name="Footer Placeholder 4">
            <a:extLst>
              <a:ext uri="{FF2B5EF4-FFF2-40B4-BE49-F238E27FC236}">
                <a16:creationId xmlns:a16="http://schemas.microsoft.com/office/drawing/2014/main" id="{41473C3E-12D1-8701-1FDE-1ED5F0F6089C}"/>
              </a:ext>
            </a:extLst>
          </p:cNvPr>
          <p:cNvSpPr>
            <a:spLocks noGrp="1"/>
          </p:cNvSpPr>
          <p:nvPr>
            <p:ph type="ftr" sz="quarter" idx="11"/>
          </p:nvPr>
        </p:nvSpPr>
        <p:spPr/>
        <p:txBody>
          <a:bodyPr/>
          <a:lstStyle/>
          <a:p>
            <a:r>
              <a:rPr lang="en-US" dirty="0"/>
              <a:t>Do or do not! – There is no try! – Yoda  / Thomas Winter ⛄☁️</a:t>
            </a:r>
            <a:endParaRPr lang="de-CH" dirty="0"/>
          </a:p>
        </p:txBody>
      </p:sp>
    </p:spTree>
    <p:extLst>
      <p:ext uri="{BB962C8B-B14F-4D97-AF65-F5344CB8AC3E}">
        <p14:creationId xmlns:p14="http://schemas.microsoft.com/office/powerpoint/2010/main" val="2793979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DBC8166-481C-4473-95F5-9A5B9073B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Freeform: Shape 17">
            <a:extLst>
              <a:ext uri="{FF2B5EF4-FFF2-40B4-BE49-F238E27FC236}">
                <a16:creationId xmlns:a16="http://schemas.microsoft.com/office/drawing/2014/main" id="{A5A5CE6E-90AF-4D43-A014-1F9EC83EB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512467" cy="6858000"/>
          </a:xfrm>
          <a:custGeom>
            <a:avLst/>
            <a:gdLst>
              <a:gd name="connsiteX0" fmla="*/ 0 w 4512467"/>
              <a:gd name="connsiteY0" fmla="*/ 0 h 6858000"/>
              <a:gd name="connsiteX1" fmla="*/ 2579526 w 4512467"/>
              <a:gd name="connsiteY1" fmla="*/ 0 h 6858000"/>
              <a:gd name="connsiteX2" fmla="*/ 2583267 w 4512467"/>
              <a:gd name="connsiteY2" fmla="*/ 2151 h 6858000"/>
              <a:gd name="connsiteX3" fmla="*/ 4512467 w 4512467"/>
              <a:gd name="connsiteY3" fmla="*/ 3429000 h 6858000"/>
              <a:gd name="connsiteX4" fmla="*/ 2583267 w 4512467"/>
              <a:gd name="connsiteY4" fmla="*/ 6855849 h 6858000"/>
              <a:gd name="connsiteX5" fmla="*/ 2579526 w 4512467"/>
              <a:gd name="connsiteY5" fmla="*/ 6858000 h 6858000"/>
              <a:gd name="connsiteX6" fmla="*/ 0 w 451246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2467" h="6858000">
                <a:moveTo>
                  <a:pt x="0" y="0"/>
                </a:moveTo>
                <a:lnTo>
                  <a:pt x="2579526" y="0"/>
                </a:lnTo>
                <a:lnTo>
                  <a:pt x="2583267" y="2151"/>
                </a:lnTo>
                <a:cubicBezTo>
                  <a:pt x="3739868" y="704919"/>
                  <a:pt x="4512467" y="1976735"/>
                  <a:pt x="4512467" y="3429000"/>
                </a:cubicBezTo>
                <a:cubicBezTo>
                  <a:pt x="4512467" y="4881266"/>
                  <a:pt x="3739868" y="6153081"/>
                  <a:pt x="2583267" y="6855849"/>
                </a:cubicBezTo>
                <a:lnTo>
                  <a:pt x="2579526"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6794038-A1AE-8183-33E4-7462E0988C78}"/>
              </a:ext>
            </a:extLst>
          </p:cNvPr>
          <p:cNvSpPr>
            <a:spLocks noGrp="1"/>
          </p:cNvSpPr>
          <p:nvPr>
            <p:ph type="title"/>
          </p:nvPr>
        </p:nvSpPr>
        <p:spPr>
          <a:xfrm>
            <a:off x="838200" y="643467"/>
            <a:ext cx="2951205" cy="5571066"/>
          </a:xfrm>
        </p:spPr>
        <p:txBody>
          <a:bodyPr>
            <a:normAutofit/>
          </a:bodyPr>
          <a:lstStyle/>
          <a:p>
            <a:r>
              <a:rPr lang="en-US">
                <a:solidFill>
                  <a:srgbClr val="FFFFFF"/>
                </a:solidFill>
              </a:rPr>
              <a:t>AI Maturity Model</a:t>
            </a:r>
            <a:endParaRPr lang="en-CH">
              <a:solidFill>
                <a:srgbClr val="FFFFFF"/>
              </a:solidFill>
            </a:endParaRPr>
          </a:p>
        </p:txBody>
      </p:sp>
      <p:graphicFrame>
        <p:nvGraphicFramePr>
          <p:cNvPr id="19" name="Content Placeholder 2">
            <a:extLst>
              <a:ext uri="{FF2B5EF4-FFF2-40B4-BE49-F238E27FC236}">
                <a16:creationId xmlns:a16="http://schemas.microsoft.com/office/drawing/2014/main" id="{B6644076-63EB-88C8-95B6-78F3135602AD}"/>
              </a:ext>
            </a:extLst>
          </p:cNvPr>
          <p:cNvGraphicFramePr>
            <a:graphicFrameLocks noGrp="1"/>
          </p:cNvGraphicFramePr>
          <p:nvPr>
            <p:ph idx="1"/>
          </p:nvPr>
        </p:nvGraphicFramePr>
        <p:xfrm>
          <a:off x="5207640" y="643466"/>
          <a:ext cx="6291714" cy="55307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850200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97106-0CFF-3FF8-8954-0EA553F71C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8DB57C-3D23-05A5-38FE-E88863B51E71}"/>
              </a:ext>
            </a:extLst>
          </p:cNvPr>
          <p:cNvSpPr>
            <a:spLocks noGrp="1"/>
          </p:cNvSpPr>
          <p:nvPr>
            <p:ph type="title"/>
          </p:nvPr>
        </p:nvSpPr>
        <p:spPr/>
        <p:txBody>
          <a:bodyPr/>
          <a:lstStyle/>
          <a:p>
            <a:r>
              <a:rPr lang="en-US" dirty="0"/>
              <a:t>AI toolbox</a:t>
            </a:r>
            <a:endParaRPr lang="en-CH" dirty="0"/>
          </a:p>
        </p:txBody>
      </p:sp>
      <p:sp>
        <p:nvSpPr>
          <p:cNvPr id="3" name="Content Placeholder 2">
            <a:extLst>
              <a:ext uri="{FF2B5EF4-FFF2-40B4-BE49-F238E27FC236}">
                <a16:creationId xmlns:a16="http://schemas.microsoft.com/office/drawing/2014/main" id="{AE6AF044-219F-69AD-0832-E4DF1349A466}"/>
              </a:ext>
            </a:extLst>
          </p:cNvPr>
          <p:cNvSpPr>
            <a:spLocks noGrp="1"/>
          </p:cNvSpPr>
          <p:nvPr>
            <p:ph idx="1"/>
          </p:nvPr>
        </p:nvSpPr>
        <p:spPr/>
        <p:txBody>
          <a:bodyPr/>
          <a:lstStyle/>
          <a:p>
            <a:r>
              <a:rPr lang="en-US" dirty="0"/>
              <a:t>AI meeting notes 	&gt; Copilot / Fireflies / </a:t>
            </a:r>
            <a:r>
              <a:rPr lang="en-US" dirty="0" err="1"/>
              <a:t>Avoma</a:t>
            </a:r>
            <a:r>
              <a:rPr lang="en-US" dirty="0"/>
              <a:t> </a:t>
            </a:r>
          </a:p>
          <a:p>
            <a:r>
              <a:rPr lang="en-US" dirty="0"/>
              <a:t>AI email management &gt; Copilot / Gemini</a:t>
            </a:r>
          </a:p>
          <a:p>
            <a:r>
              <a:rPr lang="en-US" dirty="0"/>
              <a:t>Communications support &gt; ChatGPT</a:t>
            </a:r>
          </a:p>
          <a:p>
            <a:r>
              <a:rPr lang="en-US" dirty="0"/>
              <a:t>Video &gt; </a:t>
            </a:r>
          </a:p>
          <a:p>
            <a:endParaRPr lang="en-CH" dirty="0"/>
          </a:p>
        </p:txBody>
      </p:sp>
      <p:sp>
        <p:nvSpPr>
          <p:cNvPr id="4" name="Date Placeholder 3">
            <a:extLst>
              <a:ext uri="{FF2B5EF4-FFF2-40B4-BE49-F238E27FC236}">
                <a16:creationId xmlns:a16="http://schemas.microsoft.com/office/drawing/2014/main" id="{AE5BCCBF-7658-523E-4832-15BCCCF65559}"/>
              </a:ext>
            </a:extLst>
          </p:cNvPr>
          <p:cNvSpPr>
            <a:spLocks noGrp="1"/>
          </p:cNvSpPr>
          <p:nvPr>
            <p:ph type="dt" sz="half" idx="10"/>
          </p:nvPr>
        </p:nvSpPr>
        <p:spPr/>
        <p:txBody>
          <a:bodyPr/>
          <a:lstStyle/>
          <a:p>
            <a:fld id="{909B05D8-F536-4D06-B0DA-7EE54F04900E}" type="datetime1">
              <a:rPr lang="de-CH" smtClean="0"/>
              <a:t>03.12.2025</a:t>
            </a:fld>
            <a:endParaRPr lang="de-CH" dirty="0"/>
          </a:p>
        </p:txBody>
      </p:sp>
      <p:sp>
        <p:nvSpPr>
          <p:cNvPr id="5" name="Footer Placeholder 4">
            <a:extLst>
              <a:ext uri="{FF2B5EF4-FFF2-40B4-BE49-F238E27FC236}">
                <a16:creationId xmlns:a16="http://schemas.microsoft.com/office/drawing/2014/main" id="{A6CFD1D5-EDE7-1A68-3BAA-0CE05EC5EF0D}"/>
              </a:ext>
            </a:extLst>
          </p:cNvPr>
          <p:cNvSpPr>
            <a:spLocks noGrp="1"/>
          </p:cNvSpPr>
          <p:nvPr>
            <p:ph type="ftr" sz="quarter" idx="11"/>
          </p:nvPr>
        </p:nvSpPr>
        <p:spPr/>
        <p:txBody>
          <a:bodyPr/>
          <a:lstStyle/>
          <a:p>
            <a:r>
              <a:rPr lang="en-US"/>
              <a:t>Do or do not! – There is no try! – Yoda  / Thomas Winter ⛄☁️</a:t>
            </a:r>
            <a:endParaRPr lang="de-CH" dirty="0"/>
          </a:p>
        </p:txBody>
      </p:sp>
    </p:spTree>
    <p:extLst>
      <p:ext uri="{BB962C8B-B14F-4D97-AF65-F5344CB8AC3E}">
        <p14:creationId xmlns:p14="http://schemas.microsoft.com/office/powerpoint/2010/main" val="20217235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The Training Thinking | The Golden Circle by Simon Sinek">
            <a:extLst>
              <a:ext uri="{FF2B5EF4-FFF2-40B4-BE49-F238E27FC236}">
                <a16:creationId xmlns:a16="http://schemas.microsoft.com/office/drawing/2014/main" id="{22D32AB5-7D19-04CD-F53F-3BE56788FF2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619" t="6983" r="17619" b="5324"/>
          <a:stretch/>
        </p:blipFill>
        <p:spPr bwMode="auto">
          <a:xfrm>
            <a:off x="6962043" y="1499507"/>
            <a:ext cx="4605841" cy="467745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D57A8F3-9A03-74A9-CA7D-2E2A421B87FF}"/>
              </a:ext>
            </a:extLst>
          </p:cNvPr>
          <p:cNvSpPr>
            <a:spLocks noGrp="1"/>
          </p:cNvSpPr>
          <p:nvPr>
            <p:ph type="title"/>
          </p:nvPr>
        </p:nvSpPr>
        <p:spPr/>
        <p:txBody>
          <a:bodyPr/>
          <a:lstStyle/>
          <a:p>
            <a:r>
              <a:rPr lang="en-US" dirty="0"/>
              <a:t>Exercise:  Golden Circle </a:t>
            </a:r>
            <a:endParaRPr lang="en-CH" dirty="0"/>
          </a:p>
        </p:txBody>
      </p:sp>
      <p:sp>
        <p:nvSpPr>
          <p:cNvPr id="3" name="Content Placeholder 2">
            <a:extLst>
              <a:ext uri="{FF2B5EF4-FFF2-40B4-BE49-F238E27FC236}">
                <a16:creationId xmlns:a16="http://schemas.microsoft.com/office/drawing/2014/main" id="{960BA748-4278-E2D9-66A1-7893BF390258}"/>
              </a:ext>
            </a:extLst>
          </p:cNvPr>
          <p:cNvSpPr>
            <a:spLocks noGrp="1"/>
          </p:cNvSpPr>
          <p:nvPr>
            <p:ph idx="1"/>
          </p:nvPr>
        </p:nvSpPr>
        <p:spPr>
          <a:xfrm>
            <a:off x="822501" y="1650990"/>
            <a:ext cx="6139542" cy="4841885"/>
          </a:xfrm>
        </p:spPr>
        <p:txBody>
          <a:bodyPr>
            <a:normAutofit fontScale="92500"/>
          </a:bodyPr>
          <a:lstStyle/>
          <a:p>
            <a:pPr marL="0" indent="0">
              <a:lnSpc>
                <a:spcPct val="110000"/>
              </a:lnSpc>
              <a:spcBef>
                <a:spcPts val="0"/>
              </a:spcBef>
              <a:buNone/>
            </a:pPr>
            <a:r>
              <a:rPr lang="de-DE" sz="2400" dirty="0"/>
              <a:t>Prompt: Wir haben 30 Minuten Zeit. Führe mich effizient Schritt für Schritt durch Simon </a:t>
            </a:r>
            <a:r>
              <a:rPr lang="de-DE" sz="2400" dirty="0" err="1"/>
              <a:t>Sineks</a:t>
            </a:r>
            <a:r>
              <a:rPr lang="de-DE" sz="2400" dirty="0"/>
              <a:t> persönlichen Golden Circle (WHY, HOW, WHAT), um mein persönliches WHY zu formulieren. Stelle maximal 2-3 gezielte Fragen je Ebene und warte jeweils auf meine Antwort. </a:t>
            </a:r>
          </a:p>
          <a:p>
            <a:pPr marL="0" indent="0">
              <a:lnSpc>
                <a:spcPct val="110000"/>
              </a:lnSpc>
              <a:spcBef>
                <a:spcPts val="0"/>
              </a:spcBef>
              <a:buNone/>
            </a:pPr>
            <a:r>
              <a:rPr lang="de-DE" sz="2400" dirty="0"/>
              <a:t>Erstelle daraus direkt </a:t>
            </a:r>
            <a:r>
              <a:rPr lang="de-DE" sz="2400" dirty="0" err="1"/>
              <a:t>anschliessend</a:t>
            </a:r>
            <a:r>
              <a:rPr lang="de-DE" sz="2400" dirty="0"/>
              <a:t> ein 60-sekündiges Videoskript für ein </a:t>
            </a:r>
            <a:r>
              <a:rPr lang="de-DE" sz="2400" dirty="0" err="1"/>
              <a:t>HeyGen</a:t>
            </a:r>
            <a:r>
              <a:rPr lang="de-DE" sz="2400" dirty="0"/>
              <a:t>-Avatar-Video.</a:t>
            </a:r>
          </a:p>
          <a:p>
            <a:pPr marL="0" indent="0">
              <a:lnSpc>
                <a:spcPct val="110000"/>
              </a:lnSpc>
              <a:spcBef>
                <a:spcPts val="0"/>
              </a:spcBef>
              <a:buNone/>
            </a:pPr>
            <a:r>
              <a:rPr lang="de-DE" sz="2400" dirty="0"/>
              <a:t>Das Skript soll authentisch, inspirierend und klar formuliert sein, sodass ich es sofort in </a:t>
            </a:r>
            <a:r>
              <a:rPr lang="de-DE" sz="2400" dirty="0" err="1"/>
              <a:t>HeyGen</a:t>
            </a:r>
            <a:r>
              <a:rPr lang="de-DE" sz="2400" dirty="0"/>
              <a:t> nutzen kann.</a:t>
            </a:r>
            <a:endParaRPr lang="en-CH" sz="2400" dirty="0"/>
          </a:p>
        </p:txBody>
      </p:sp>
      <p:sp>
        <p:nvSpPr>
          <p:cNvPr id="4" name="Date Placeholder 3">
            <a:extLst>
              <a:ext uri="{FF2B5EF4-FFF2-40B4-BE49-F238E27FC236}">
                <a16:creationId xmlns:a16="http://schemas.microsoft.com/office/drawing/2014/main" id="{DCAB0634-1150-0CD1-18BC-510BC25A0F0B}"/>
              </a:ext>
            </a:extLst>
          </p:cNvPr>
          <p:cNvSpPr>
            <a:spLocks noGrp="1"/>
          </p:cNvSpPr>
          <p:nvPr>
            <p:ph type="dt" sz="half" idx="10"/>
          </p:nvPr>
        </p:nvSpPr>
        <p:spPr/>
        <p:txBody>
          <a:bodyPr/>
          <a:lstStyle/>
          <a:p>
            <a:fld id="{909B05D8-F536-4D06-B0DA-7EE54F04900E}" type="datetime1">
              <a:rPr lang="de-CH" smtClean="0"/>
              <a:t>03.12.2025</a:t>
            </a:fld>
            <a:endParaRPr lang="de-CH" dirty="0"/>
          </a:p>
        </p:txBody>
      </p:sp>
      <p:sp>
        <p:nvSpPr>
          <p:cNvPr id="5" name="Footer Placeholder 4">
            <a:extLst>
              <a:ext uri="{FF2B5EF4-FFF2-40B4-BE49-F238E27FC236}">
                <a16:creationId xmlns:a16="http://schemas.microsoft.com/office/drawing/2014/main" id="{27AB8F78-8718-4A8B-AA43-500CC9BFC5FC}"/>
              </a:ext>
            </a:extLst>
          </p:cNvPr>
          <p:cNvSpPr>
            <a:spLocks noGrp="1"/>
          </p:cNvSpPr>
          <p:nvPr>
            <p:ph type="ftr" sz="quarter" idx="11"/>
          </p:nvPr>
        </p:nvSpPr>
        <p:spPr/>
        <p:txBody>
          <a:bodyPr/>
          <a:lstStyle/>
          <a:p>
            <a:r>
              <a:rPr lang="en-US" dirty="0"/>
              <a:t>Do or do not! – There is no try! – Yoda  / Thomas Winter ⛄☁️</a:t>
            </a:r>
            <a:endParaRPr lang="de-CH" dirty="0"/>
          </a:p>
        </p:txBody>
      </p:sp>
    </p:spTree>
    <p:extLst>
      <p:ext uri="{BB962C8B-B14F-4D97-AF65-F5344CB8AC3E}">
        <p14:creationId xmlns:p14="http://schemas.microsoft.com/office/powerpoint/2010/main" val="22102032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8305E-4431-58E5-A08B-5F17C1E0B916}"/>
              </a:ext>
            </a:extLst>
          </p:cNvPr>
          <p:cNvSpPr>
            <a:spLocks noGrp="1"/>
          </p:cNvSpPr>
          <p:nvPr>
            <p:ph type="title"/>
          </p:nvPr>
        </p:nvSpPr>
        <p:spPr/>
        <p:txBody>
          <a:bodyPr/>
          <a:lstStyle/>
          <a:p>
            <a:r>
              <a:rPr lang="en-US" noProof="0" dirty="0"/>
              <a:t>Exercise: </a:t>
            </a:r>
            <a:r>
              <a:rPr lang="en-US" noProof="0" dirty="0" err="1"/>
              <a:t>HeyGen</a:t>
            </a:r>
            <a:r>
              <a:rPr lang="en-US" noProof="0" dirty="0"/>
              <a:t> 📽️</a:t>
            </a:r>
            <a:endParaRPr lang="en-CH" dirty="0"/>
          </a:p>
        </p:txBody>
      </p:sp>
      <p:sp>
        <p:nvSpPr>
          <p:cNvPr id="3" name="Content Placeholder 2">
            <a:extLst>
              <a:ext uri="{FF2B5EF4-FFF2-40B4-BE49-F238E27FC236}">
                <a16:creationId xmlns:a16="http://schemas.microsoft.com/office/drawing/2014/main" id="{F709E613-FFBC-FE47-9320-120C093CF972}"/>
              </a:ext>
            </a:extLst>
          </p:cNvPr>
          <p:cNvSpPr>
            <a:spLocks noGrp="1"/>
          </p:cNvSpPr>
          <p:nvPr>
            <p:ph idx="1"/>
          </p:nvPr>
        </p:nvSpPr>
        <p:spPr/>
        <p:txBody>
          <a:bodyPr/>
          <a:lstStyle/>
          <a:p>
            <a:r>
              <a:rPr lang="en-US" dirty="0"/>
              <a:t>Logged </a:t>
            </a:r>
            <a:r>
              <a:rPr lang="en-US" dirty="0" err="1"/>
              <a:t>Euch</a:t>
            </a:r>
            <a:r>
              <a:rPr lang="en-US" dirty="0"/>
              <a:t> in </a:t>
            </a:r>
            <a:r>
              <a:rPr lang="en-US" dirty="0" err="1"/>
              <a:t>HeyGen</a:t>
            </a:r>
            <a:r>
              <a:rPr lang="en-US" dirty="0"/>
              <a:t> </a:t>
            </a:r>
            <a:r>
              <a:rPr lang="en-US" dirty="0" err="1"/>
              <a:t>ein</a:t>
            </a:r>
            <a:endParaRPr lang="en-US" dirty="0"/>
          </a:p>
          <a:p>
            <a:r>
              <a:rPr lang="en-US" dirty="0" err="1"/>
              <a:t>Kreiert</a:t>
            </a:r>
            <a:r>
              <a:rPr lang="en-US" dirty="0"/>
              <a:t> </a:t>
            </a:r>
            <a:r>
              <a:rPr lang="en-US" dirty="0" err="1"/>
              <a:t>ein</a:t>
            </a:r>
            <a:r>
              <a:rPr lang="en-US" dirty="0"/>
              <a:t> 60 sec video </a:t>
            </a:r>
            <a:r>
              <a:rPr lang="en-US" dirty="0" err="1"/>
              <a:t>mit</a:t>
            </a:r>
            <a:r>
              <a:rPr lang="en-US" dirty="0"/>
              <a:t> </a:t>
            </a:r>
            <a:r>
              <a:rPr lang="en-US" dirty="0" err="1"/>
              <a:t>eurem</a:t>
            </a:r>
            <a:r>
              <a:rPr lang="en-US" dirty="0"/>
              <a:t> Golden Circle </a:t>
            </a:r>
            <a:endParaRPr lang="en-CH" dirty="0"/>
          </a:p>
        </p:txBody>
      </p:sp>
      <p:sp>
        <p:nvSpPr>
          <p:cNvPr id="4" name="Date Placeholder 3">
            <a:extLst>
              <a:ext uri="{FF2B5EF4-FFF2-40B4-BE49-F238E27FC236}">
                <a16:creationId xmlns:a16="http://schemas.microsoft.com/office/drawing/2014/main" id="{0B7FCD05-58B5-127F-D269-DFDB53397802}"/>
              </a:ext>
            </a:extLst>
          </p:cNvPr>
          <p:cNvSpPr>
            <a:spLocks noGrp="1"/>
          </p:cNvSpPr>
          <p:nvPr>
            <p:ph type="dt" sz="half" idx="10"/>
          </p:nvPr>
        </p:nvSpPr>
        <p:spPr/>
        <p:txBody>
          <a:bodyPr/>
          <a:lstStyle/>
          <a:p>
            <a:fld id="{909B05D8-F536-4D06-B0DA-7EE54F04900E}" type="datetime1">
              <a:rPr lang="de-CH" smtClean="0"/>
              <a:t>03.12.2025</a:t>
            </a:fld>
            <a:endParaRPr lang="de-CH" dirty="0"/>
          </a:p>
        </p:txBody>
      </p:sp>
      <p:sp>
        <p:nvSpPr>
          <p:cNvPr id="5" name="Footer Placeholder 4">
            <a:extLst>
              <a:ext uri="{FF2B5EF4-FFF2-40B4-BE49-F238E27FC236}">
                <a16:creationId xmlns:a16="http://schemas.microsoft.com/office/drawing/2014/main" id="{6713283F-101D-25D0-A85B-5ACEC565AF4E}"/>
              </a:ext>
            </a:extLst>
          </p:cNvPr>
          <p:cNvSpPr>
            <a:spLocks noGrp="1"/>
          </p:cNvSpPr>
          <p:nvPr>
            <p:ph type="ftr" sz="quarter" idx="11"/>
          </p:nvPr>
        </p:nvSpPr>
        <p:spPr/>
        <p:txBody>
          <a:bodyPr/>
          <a:lstStyle/>
          <a:p>
            <a:r>
              <a:rPr lang="en-US"/>
              <a:t>Do or do not! – There is no try! – Yoda  / Thomas Winter ⛄☁️</a:t>
            </a:r>
            <a:endParaRPr lang="de-CH" dirty="0"/>
          </a:p>
        </p:txBody>
      </p:sp>
      <p:pic>
        <p:nvPicPr>
          <p:cNvPr id="6146" name="Picture 2" descr="Tool: HeyGen">
            <a:extLst>
              <a:ext uri="{FF2B5EF4-FFF2-40B4-BE49-F238E27FC236}">
                <a16:creationId xmlns:a16="http://schemas.microsoft.com/office/drawing/2014/main" id="{3654D995-BF62-03C4-5F10-2F6C677D25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0128" y="3839374"/>
            <a:ext cx="2847975"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28639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Title 1">
            <a:extLst>
              <a:ext uri="{FF2B5EF4-FFF2-40B4-BE49-F238E27FC236}">
                <a16:creationId xmlns:a16="http://schemas.microsoft.com/office/drawing/2014/main" id="{27A6A40A-2B5D-3D7B-5F24-3DB45FDD15B3}"/>
              </a:ext>
            </a:extLst>
          </p:cNvPr>
          <p:cNvSpPr>
            <a:spLocks noGrp="1"/>
          </p:cNvSpPr>
          <p:nvPr>
            <p:ph type="title"/>
          </p:nvPr>
        </p:nvSpPr>
        <p:spPr>
          <a:xfrm>
            <a:off x="838200" y="365125"/>
            <a:ext cx="10515600" cy="1325563"/>
          </a:xfrm>
        </p:spPr>
        <p:txBody>
          <a:bodyPr/>
          <a:lstStyle/>
          <a:p>
            <a:r>
              <a:rPr lang="en-US" noProof="0" dirty="0"/>
              <a:t>Exercise: Managing emotions with AI</a:t>
            </a:r>
            <a:endParaRPr lang="en-US" dirty="0"/>
          </a:p>
        </p:txBody>
      </p:sp>
      <p:sp>
        <p:nvSpPr>
          <p:cNvPr id="2057" name="Content Placeholder 2">
            <a:extLst>
              <a:ext uri="{FF2B5EF4-FFF2-40B4-BE49-F238E27FC236}">
                <a16:creationId xmlns:a16="http://schemas.microsoft.com/office/drawing/2014/main" id="{30B0F055-BC26-5C85-AF67-1F4883A34712}"/>
              </a:ext>
            </a:extLst>
          </p:cNvPr>
          <p:cNvSpPr>
            <a:spLocks noGrp="1"/>
          </p:cNvSpPr>
          <p:nvPr>
            <p:ph sz="half" idx="1"/>
          </p:nvPr>
        </p:nvSpPr>
        <p:spPr>
          <a:xfrm>
            <a:off x="838200" y="1825625"/>
            <a:ext cx="5181600" cy="4351338"/>
          </a:xfrm>
        </p:spPr>
        <p:txBody>
          <a:bodyPr/>
          <a:lstStyle/>
          <a:p>
            <a:r>
              <a:rPr lang="en-US" dirty="0"/>
              <a:t>Take a situation that triggered you</a:t>
            </a:r>
          </a:p>
          <a:p>
            <a:pPr lvl="1"/>
            <a:r>
              <a:rPr lang="en-US" dirty="0"/>
              <a:t>Coworker</a:t>
            </a:r>
          </a:p>
          <a:p>
            <a:pPr lvl="1"/>
            <a:r>
              <a:rPr lang="en-US" dirty="0"/>
              <a:t>Superior</a:t>
            </a:r>
          </a:p>
          <a:p>
            <a:pPr lvl="1"/>
            <a:r>
              <a:rPr lang="en-US" dirty="0"/>
              <a:t>Government agency</a:t>
            </a:r>
          </a:p>
          <a:p>
            <a:pPr lvl="1"/>
            <a:r>
              <a:rPr lang="en-US" dirty="0"/>
              <a:t>Insurance</a:t>
            </a:r>
          </a:p>
          <a:p>
            <a:pPr lvl="1"/>
            <a:r>
              <a:rPr lang="en-US" dirty="0"/>
              <a:t>Narcissist</a:t>
            </a:r>
          </a:p>
          <a:p>
            <a:r>
              <a:rPr lang="en-US" dirty="0"/>
              <a:t>Ask AI to coach you in communication</a:t>
            </a:r>
          </a:p>
          <a:p>
            <a:endParaRPr lang="en-US" dirty="0"/>
          </a:p>
        </p:txBody>
      </p:sp>
      <p:pic>
        <p:nvPicPr>
          <p:cNvPr id="2050" name="Picture 2" descr="Me on my way to overreact. | Funny quotes, Work humor, Funny jokes">
            <a:extLst>
              <a:ext uri="{FF2B5EF4-FFF2-40B4-BE49-F238E27FC236}">
                <a16:creationId xmlns:a16="http://schemas.microsoft.com/office/drawing/2014/main" id="{BFF6844E-38BF-90FB-2817-766EF267A96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647162" y="1825625"/>
            <a:ext cx="4231676" cy="4351338"/>
          </a:xfrm>
          <a:prstGeom prst="rect">
            <a:avLst/>
          </a:prstGeom>
          <a:solidFill>
            <a:srgbClr val="FFFFFF"/>
          </a:solidFill>
        </p:spPr>
      </p:pic>
      <p:sp>
        <p:nvSpPr>
          <p:cNvPr id="4" name="Date Placeholder 3">
            <a:extLst>
              <a:ext uri="{FF2B5EF4-FFF2-40B4-BE49-F238E27FC236}">
                <a16:creationId xmlns:a16="http://schemas.microsoft.com/office/drawing/2014/main" id="{D7AC208E-0D30-4144-020F-EB1261E23D5C}"/>
              </a:ext>
            </a:extLst>
          </p:cNvPr>
          <p:cNvSpPr>
            <a:spLocks noGrp="1"/>
          </p:cNvSpPr>
          <p:nvPr>
            <p:ph type="dt" sz="half" idx="10"/>
          </p:nvPr>
        </p:nvSpPr>
        <p:spPr>
          <a:xfrm>
            <a:off x="9616039" y="6302384"/>
            <a:ext cx="942975" cy="365125"/>
          </a:xfrm>
        </p:spPr>
        <p:txBody>
          <a:bodyPr anchor="ctr">
            <a:normAutofit/>
          </a:bodyPr>
          <a:lstStyle/>
          <a:p>
            <a:pPr>
              <a:spcAft>
                <a:spcPts val="600"/>
              </a:spcAft>
            </a:pPr>
            <a:fld id="{909B05D8-F536-4D06-B0DA-7EE54F04900E}" type="datetime1">
              <a:rPr lang="de-CH" smtClean="0"/>
              <a:pPr>
                <a:spcAft>
                  <a:spcPts val="600"/>
                </a:spcAft>
              </a:pPr>
              <a:t>03.12.2025</a:t>
            </a:fld>
            <a:endParaRPr lang="de-CH"/>
          </a:p>
        </p:txBody>
      </p:sp>
      <p:sp>
        <p:nvSpPr>
          <p:cNvPr id="5" name="Footer Placeholder 4">
            <a:extLst>
              <a:ext uri="{FF2B5EF4-FFF2-40B4-BE49-F238E27FC236}">
                <a16:creationId xmlns:a16="http://schemas.microsoft.com/office/drawing/2014/main" id="{F35DFF56-F808-FB26-9970-E3AF77CC04B8}"/>
              </a:ext>
            </a:extLst>
          </p:cNvPr>
          <p:cNvSpPr>
            <a:spLocks noGrp="1"/>
          </p:cNvSpPr>
          <p:nvPr>
            <p:ph type="ftr" sz="quarter" idx="11"/>
          </p:nvPr>
        </p:nvSpPr>
        <p:spPr>
          <a:xfrm>
            <a:off x="838200" y="6302384"/>
            <a:ext cx="7821094" cy="365125"/>
          </a:xfrm>
        </p:spPr>
        <p:txBody>
          <a:bodyPr anchor="ctr">
            <a:normAutofit/>
          </a:bodyPr>
          <a:lstStyle/>
          <a:p>
            <a:pPr>
              <a:spcAft>
                <a:spcPts val="600"/>
              </a:spcAft>
            </a:pPr>
            <a:r>
              <a:rPr lang="de-CH" dirty="0"/>
              <a:t>Fusszeile einfügen</a:t>
            </a:r>
          </a:p>
        </p:txBody>
      </p:sp>
    </p:spTree>
    <p:extLst>
      <p:ext uri="{BB962C8B-B14F-4D97-AF65-F5344CB8AC3E}">
        <p14:creationId xmlns:p14="http://schemas.microsoft.com/office/powerpoint/2010/main" val="2742945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E1D5F81-5B97-25BD-41EC-02703FDE2D89}"/>
              </a:ext>
            </a:extLst>
          </p:cNvPr>
          <p:cNvSpPr>
            <a:spLocks noGrp="1"/>
          </p:cNvSpPr>
          <p:nvPr>
            <p:ph type="title"/>
          </p:nvPr>
        </p:nvSpPr>
        <p:spPr/>
        <p:txBody>
          <a:bodyPr/>
          <a:lstStyle/>
          <a:p>
            <a:r>
              <a:rPr lang="en-US" noProof="0" dirty="0"/>
              <a:t>Prompt: Managing emotions with AI</a:t>
            </a:r>
            <a:endParaRPr lang="en-CH" dirty="0"/>
          </a:p>
        </p:txBody>
      </p:sp>
      <p:sp>
        <p:nvSpPr>
          <p:cNvPr id="8" name="Content Placeholder 7">
            <a:extLst>
              <a:ext uri="{FF2B5EF4-FFF2-40B4-BE49-F238E27FC236}">
                <a16:creationId xmlns:a16="http://schemas.microsoft.com/office/drawing/2014/main" id="{655DD5B2-FA92-37A7-7D4F-83B3CB550A38}"/>
              </a:ext>
            </a:extLst>
          </p:cNvPr>
          <p:cNvSpPr>
            <a:spLocks noGrp="1"/>
          </p:cNvSpPr>
          <p:nvPr>
            <p:ph idx="1"/>
          </p:nvPr>
        </p:nvSpPr>
        <p:spPr/>
        <p:txBody>
          <a:bodyPr>
            <a:normAutofit fontScale="55000" lnSpcReduction="20000"/>
          </a:bodyPr>
          <a:lstStyle/>
          <a:p>
            <a:pPr marL="0" indent="0">
              <a:lnSpc>
                <a:spcPct val="120000"/>
              </a:lnSpc>
              <a:spcBef>
                <a:spcPts val="0"/>
              </a:spcBef>
              <a:buNone/>
            </a:pPr>
            <a:r>
              <a:rPr lang="de-DE" dirty="0"/>
              <a:t>Ich habe eine E-Mail erhalten, die mich emotional triggert oder stark ärgert. Ich möchte mit deiner Hilfe emotional intelligent darauf reagieren, statt impulsiv zurückzuschreiben.</a:t>
            </a:r>
          </a:p>
          <a:p>
            <a:pPr marL="0" indent="0">
              <a:lnSpc>
                <a:spcPct val="120000"/>
              </a:lnSpc>
              <a:spcBef>
                <a:spcPts val="0"/>
              </a:spcBef>
              <a:buNone/>
            </a:pPr>
            <a:endParaRPr lang="de-DE" dirty="0"/>
          </a:p>
          <a:p>
            <a:pPr marL="0" indent="0">
              <a:lnSpc>
                <a:spcPct val="120000"/>
              </a:lnSpc>
              <a:spcBef>
                <a:spcPts val="0"/>
              </a:spcBef>
              <a:buNone/>
            </a:pPr>
            <a:r>
              <a:rPr lang="de-DE" dirty="0"/>
              <a:t>Hier ist, was ich von dir brauche:</a:t>
            </a:r>
          </a:p>
          <a:p>
            <a:pPr marL="0" indent="0">
              <a:lnSpc>
                <a:spcPct val="120000"/>
              </a:lnSpc>
              <a:spcBef>
                <a:spcPts val="0"/>
              </a:spcBef>
              <a:buNone/>
            </a:pPr>
            <a:r>
              <a:rPr lang="de-DE" dirty="0"/>
              <a:t>Hilf mir zuerst, die Situation einzuordnen.</a:t>
            </a:r>
          </a:p>
          <a:p>
            <a:pPr marL="0" indent="0">
              <a:lnSpc>
                <a:spcPct val="120000"/>
              </a:lnSpc>
              <a:spcBef>
                <a:spcPts val="0"/>
              </a:spcBef>
              <a:buNone/>
            </a:pPr>
            <a:r>
              <a:rPr lang="de-DE" dirty="0"/>
              <a:t>Stelle mir 2–3 Fragen, um zu verstehen, was passiert ist und warum mich das aufregt.</a:t>
            </a:r>
          </a:p>
          <a:p>
            <a:pPr marL="0" indent="0">
              <a:lnSpc>
                <a:spcPct val="120000"/>
              </a:lnSpc>
              <a:spcBef>
                <a:spcPts val="0"/>
              </a:spcBef>
              <a:buNone/>
            </a:pPr>
            <a:endParaRPr lang="de-DE" dirty="0"/>
          </a:p>
          <a:p>
            <a:pPr marL="0" indent="0">
              <a:lnSpc>
                <a:spcPct val="120000"/>
              </a:lnSpc>
              <a:spcBef>
                <a:spcPts val="0"/>
              </a:spcBef>
              <a:buNone/>
            </a:pPr>
            <a:r>
              <a:rPr lang="de-DE" dirty="0"/>
              <a:t>Gib mir dann zwei Antwortvorschläge:</a:t>
            </a:r>
          </a:p>
          <a:p>
            <a:pPr marL="0" indent="0">
              <a:lnSpc>
                <a:spcPct val="120000"/>
              </a:lnSpc>
              <a:spcBef>
                <a:spcPts val="0"/>
              </a:spcBef>
              <a:buNone/>
            </a:pPr>
            <a:r>
              <a:rPr lang="de-DE" dirty="0"/>
              <a:t>Eine super </a:t>
            </a:r>
            <a:r>
              <a:rPr lang="de-DE" dirty="0" err="1"/>
              <a:t>snarky</a:t>
            </a:r>
            <a:r>
              <a:rPr lang="de-DE" dirty="0"/>
              <a:t> Antwort (rein zur emotionalen Entladung – NICHT zum Versenden).</a:t>
            </a:r>
          </a:p>
          <a:p>
            <a:pPr marL="0" indent="0">
              <a:lnSpc>
                <a:spcPct val="120000"/>
              </a:lnSpc>
              <a:spcBef>
                <a:spcPts val="0"/>
              </a:spcBef>
              <a:buNone/>
            </a:pPr>
            <a:endParaRPr lang="de-DE" dirty="0"/>
          </a:p>
          <a:p>
            <a:pPr marL="0" indent="0">
              <a:lnSpc>
                <a:spcPct val="120000"/>
              </a:lnSpc>
              <a:spcBef>
                <a:spcPts val="0"/>
              </a:spcBef>
              <a:buNone/>
            </a:pPr>
            <a:r>
              <a:rPr lang="de-DE" dirty="0"/>
              <a:t>Eine produktive, souveräne Antwort, die professionell wirkt und mein Anliegen klar kommuniziert.</a:t>
            </a:r>
          </a:p>
          <a:p>
            <a:pPr marL="0" indent="0">
              <a:lnSpc>
                <a:spcPct val="120000"/>
              </a:lnSpc>
              <a:spcBef>
                <a:spcPts val="0"/>
              </a:spcBef>
              <a:buNone/>
            </a:pPr>
            <a:endParaRPr lang="de-DE" dirty="0"/>
          </a:p>
          <a:p>
            <a:pPr marL="0" indent="0">
              <a:lnSpc>
                <a:spcPct val="120000"/>
              </a:lnSpc>
              <a:spcBef>
                <a:spcPts val="0"/>
              </a:spcBef>
              <a:buNone/>
            </a:pPr>
            <a:r>
              <a:rPr lang="de-DE" dirty="0"/>
              <a:t>Hier ist die E-Mail, auf die ich antworten möchte:</a:t>
            </a:r>
          </a:p>
          <a:p>
            <a:pPr marL="0" indent="0">
              <a:lnSpc>
                <a:spcPct val="120000"/>
              </a:lnSpc>
              <a:spcBef>
                <a:spcPts val="0"/>
              </a:spcBef>
              <a:buNone/>
            </a:pPr>
            <a:r>
              <a:rPr lang="de-DE" dirty="0"/>
              <a:t>[Bitte füge hier die E-Mail ein]</a:t>
            </a:r>
          </a:p>
          <a:p>
            <a:pPr marL="0" indent="0">
              <a:lnSpc>
                <a:spcPct val="120000"/>
              </a:lnSpc>
              <a:spcBef>
                <a:spcPts val="0"/>
              </a:spcBef>
              <a:buNone/>
            </a:pPr>
            <a:endParaRPr lang="en-CH" dirty="0"/>
          </a:p>
        </p:txBody>
      </p:sp>
      <p:sp>
        <p:nvSpPr>
          <p:cNvPr id="5" name="Date Placeholder 4">
            <a:extLst>
              <a:ext uri="{FF2B5EF4-FFF2-40B4-BE49-F238E27FC236}">
                <a16:creationId xmlns:a16="http://schemas.microsoft.com/office/drawing/2014/main" id="{94A3BC40-9B0F-EE47-D360-A0FC89D21121}"/>
              </a:ext>
            </a:extLst>
          </p:cNvPr>
          <p:cNvSpPr>
            <a:spLocks noGrp="1"/>
          </p:cNvSpPr>
          <p:nvPr>
            <p:ph type="dt" sz="half" idx="10"/>
          </p:nvPr>
        </p:nvSpPr>
        <p:spPr/>
        <p:txBody>
          <a:bodyPr/>
          <a:lstStyle/>
          <a:p>
            <a:fld id="{D9C138CE-39F5-4C51-B9EF-8DE42740A430}" type="datetime1">
              <a:rPr lang="de-CH" smtClean="0"/>
              <a:t>03.12.2025</a:t>
            </a:fld>
            <a:endParaRPr lang="de-CH" dirty="0"/>
          </a:p>
        </p:txBody>
      </p:sp>
      <p:sp>
        <p:nvSpPr>
          <p:cNvPr id="6" name="Footer Placeholder 5">
            <a:extLst>
              <a:ext uri="{FF2B5EF4-FFF2-40B4-BE49-F238E27FC236}">
                <a16:creationId xmlns:a16="http://schemas.microsoft.com/office/drawing/2014/main" id="{E821D25D-D6FB-DD02-01CD-FD02322A5292}"/>
              </a:ext>
            </a:extLst>
          </p:cNvPr>
          <p:cNvSpPr>
            <a:spLocks noGrp="1"/>
          </p:cNvSpPr>
          <p:nvPr>
            <p:ph type="ftr" sz="quarter" idx="11"/>
          </p:nvPr>
        </p:nvSpPr>
        <p:spPr>
          <a:xfrm>
            <a:off x="838200" y="6310312"/>
            <a:ext cx="7821094" cy="365125"/>
          </a:xfrm>
        </p:spPr>
        <p:txBody>
          <a:bodyPr/>
          <a:lstStyle/>
          <a:p>
            <a:r>
              <a:rPr lang="de-CH"/>
              <a:t>Fusszeile einfügen</a:t>
            </a:r>
            <a:endParaRPr lang="de-CH" dirty="0"/>
          </a:p>
        </p:txBody>
      </p:sp>
    </p:spTree>
    <p:extLst>
      <p:ext uri="{BB962C8B-B14F-4D97-AF65-F5344CB8AC3E}">
        <p14:creationId xmlns:p14="http://schemas.microsoft.com/office/powerpoint/2010/main" val="4587365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F35F9-7789-03E7-AFE1-B2B807D144A1}"/>
              </a:ext>
            </a:extLst>
          </p:cNvPr>
          <p:cNvSpPr>
            <a:spLocks noGrp="1"/>
          </p:cNvSpPr>
          <p:nvPr>
            <p:ph type="title"/>
          </p:nvPr>
        </p:nvSpPr>
        <p:spPr>
          <a:xfrm>
            <a:off x="838200" y="365125"/>
            <a:ext cx="10515600" cy="1325563"/>
          </a:xfrm>
        </p:spPr>
        <p:txBody>
          <a:bodyPr/>
          <a:lstStyle/>
          <a:p>
            <a:r>
              <a:rPr lang="en-US" dirty="0"/>
              <a:t>Boss 🚒🧑‍🚒</a:t>
            </a:r>
            <a:endParaRPr lang="en-CH" dirty="0"/>
          </a:p>
        </p:txBody>
      </p:sp>
      <p:sp>
        <p:nvSpPr>
          <p:cNvPr id="4" name="Date Placeholder 3">
            <a:extLst>
              <a:ext uri="{FF2B5EF4-FFF2-40B4-BE49-F238E27FC236}">
                <a16:creationId xmlns:a16="http://schemas.microsoft.com/office/drawing/2014/main" id="{127439CA-431B-B8C3-F62D-91BAD337F32A}"/>
              </a:ext>
            </a:extLst>
          </p:cNvPr>
          <p:cNvSpPr>
            <a:spLocks noGrp="1"/>
          </p:cNvSpPr>
          <p:nvPr>
            <p:ph type="dt" sz="half" idx="10"/>
          </p:nvPr>
        </p:nvSpPr>
        <p:spPr>
          <a:xfrm>
            <a:off x="9616039" y="6302384"/>
            <a:ext cx="942975" cy="365125"/>
          </a:xfrm>
        </p:spPr>
        <p:txBody>
          <a:bodyPr/>
          <a:lstStyle/>
          <a:p>
            <a:fld id="{909B05D8-F536-4D06-B0DA-7EE54F04900E}" type="datetime1">
              <a:rPr lang="de-CH" smtClean="0"/>
              <a:pPr/>
              <a:t>03.12.2025</a:t>
            </a:fld>
            <a:endParaRPr lang="de-CH" dirty="0"/>
          </a:p>
        </p:txBody>
      </p:sp>
      <p:sp>
        <p:nvSpPr>
          <p:cNvPr id="9" name="TextBox 8">
            <a:extLst>
              <a:ext uri="{FF2B5EF4-FFF2-40B4-BE49-F238E27FC236}">
                <a16:creationId xmlns:a16="http://schemas.microsoft.com/office/drawing/2014/main" id="{01DEFCAF-C529-0C63-C1CB-20D57F6F4D07}"/>
              </a:ext>
            </a:extLst>
          </p:cNvPr>
          <p:cNvSpPr txBox="1"/>
          <p:nvPr/>
        </p:nvSpPr>
        <p:spPr>
          <a:xfrm>
            <a:off x="12022822" y="-4128584"/>
            <a:ext cx="4681330" cy="369332"/>
          </a:xfrm>
          <a:prstGeom prst="rect">
            <a:avLst/>
          </a:prstGeom>
          <a:noFill/>
        </p:spPr>
        <p:txBody>
          <a:bodyPr wrap="square" rtlCol="0">
            <a:spAutoFit/>
          </a:bodyPr>
          <a:lstStyle/>
          <a:p>
            <a:r>
              <a:rPr lang="en-US" dirty="0"/>
              <a:t>s</a:t>
            </a:r>
            <a:endParaRPr lang="en-CH" dirty="0"/>
          </a:p>
        </p:txBody>
      </p:sp>
      <p:sp>
        <p:nvSpPr>
          <p:cNvPr id="11" name="Rectangle 3">
            <a:extLst>
              <a:ext uri="{FF2B5EF4-FFF2-40B4-BE49-F238E27FC236}">
                <a16:creationId xmlns:a16="http://schemas.microsoft.com/office/drawing/2014/main" id="{00E15720-F2B9-38CE-F718-D2A84CDCC89C}"/>
              </a:ext>
            </a:extLst>
          </p:cNvPr>
          <p:cNvSpPr>
            <a:spLocks noChangeArrowheads="1"/>
          </p:cNvSpPr>
          <p:nvPr/>
        </p:nvSpPr>
        <p:spPr bwMode="auto">
          <a:xfrm>
            <a:off x="547915" y="7016942"/>
            <a:ext cx="7986486" cy="5193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normAutofit fontScale="92500" lnSpcReduction="20000"/>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CH" altLang="en-CH" sz="1800" b="0" i="0" u="none" strike="noStrike" cap="none" normalizeH="0" baseline="0" dirty="0">
                <a:ln>
                  <a:noFill/>
                </a:ln>
                <a:solidFill>
                  <a:schemeClr val="tx1"/>
                </a:solidFill>
                <a:effectLst/>
                <a:latin typeface="Arial" panose="020B0604020202020204" pitchFamily="34" charset="0"/>
              </a:rPr>
              <a:t>From: John Doe </a:t>
            </a:r>
            <a:r>
              <a:rPr kumimoji="0" lang="en-CH" altLang="en-CH" sz="1800" b="0" i="0" u="none" strike="noStrike" cap="none" normalizeH="0" baseline="0" dirty="0">
                <a:ln>
                  <a:noFill/>
                </a:ln>
                <a:solidFill>
                  <a:schemeClr val="tx1"/>
                </a:solidFill>
                <a:effectLst/>
                <a:latin typeface="Arial" panose="020B0604020202020204" pitchFamily="34" charset="0"/>
                <a:hlinkClick r:id="rId2"/>
              </a:rPr>
              <a:t>john.doe@company-example.com</a:t>
            </a:r>
            <a:br>
              <a:rPr kumimoji="0" lang="en-CH" altLang="en-CH" sz="1800" b="0" i="0" u="none" strike="noStrike" cap="none" normalizeH="0" baseline="0" dirty="0">
                <a:ln>
                  <a:noFill/>
                </a:ln>
                <a:solidFill>
                  <a:schemeClr val="tx1"/>
                </a:solidFill>
                <a:effectLst/>
                <a:latin typeface="Arial" panose="020B0604020202020204" pitchFamily="34" charset="0"/>
              </a:rPr>
            </a:br>
            <a:r>
              <a:rPr kumimoji="0" lang="en-CH" altLang="en-CH" sz="1800" b="0" i="0" u="none" strike="noStrike" cap="none" normalizeH="0" baseline="0" dirty="0">
                <a:ln>
                  <a:noFill/>
                </a:ln>
                <a:solidFill>
                  <a:schemeClr val="tx1"/>
                </a:solidFill>
                <a:effectLst/>
                <a:latin typeface="Arial" panose="020B0604020202020204" pitchFamily="34" charset="0"/>
              </a:rPr>
              <a:t>Sent: Friday, 28 March 2025 09:42</a:t>
            </a:r>
            <a:br>
              <a:rPr kumimoji="0" lang="en-CH" altLang="en-CH" sz="1800" b="0" i="0" u="none" strike="noStrike" cap="none" normalizeH="0" baseline="0" dirty="0">
                <a:ln>
                  <a:noFill/>
                </a:ln>
                <a:solidFill>
                  <a:schemeClr val="tx1"/>
                </a:solidFill>
                <a:effectLst/>
                <a:latin typeface="Arial" panose="020B0604020202020204" pitchFamily="34" charset="0"/>
              </a:rPr>
            </a:br>
            <a:r>
              <a:rPr kumimoji="0" lang="en-CH" altLang="en-CH" sz="1800" b="0" i="0" u="none" strike="noStrike" cap="none" normalizeH="0" baseline="0" dirty="0">
                <a:ln>
                  <a:noFill/>
                </a:ln>
                <a:solidFill>
                  <a:schemeClr val="tx1"/>
                </a:solidFill>
                <a:effectLst/>
                <a:latin typeface="Arial" panose="020B0604020202020204" pitchFamily="34" charset="0"/>
              </a:rPr>
              <a:t>To: Alex Smith </a:t>
            </a:r>
            <a:r>
              <a:rPr kumimoji="0" lang="en-CH" altLang="en-CH" sz="1800" b="0" i="0" u="none" strike="noStrike" cap="none" normalizeH="0" baseline="0" dirty="0">
                <a:ln>
                  <a:noFill/>
                </a:ln>
                <a:solidFill>
                  <a:schemeClr val="tx1"/>
                </a:solidFill>
                <a:effectLst/>
                <a:latin typeface="Arial" panose="020B0604020202020204" pitchFamily="34" charset="0"/>
                <a:hlinkClick r:id="rId3"/>
              </a:rPr>
              <a:t>alex.smith@company-example.com</a:t>
            </a:r>
            <a:r>
              <a:rPr kumimoji="0" lang="en-CH" altLang="en-CH" sz="1800" b="0" i="0" u="none" strike="noStrike" cap="none" normalizeH="0" baseline="0" dirty="0">
                <a:ln>
                  <a:noFill/>
                </a:ln>
                <a:solidFill>
                  <a:schemeClr val="tx1"/>
                </a:solidFill>
                <a:effectLst/>
                <a:latin typeface="Arial" panose="020B0604020202020204" pitchFamily="34" charset="0"/>
              </a:rPr>
              <a:t>; Peter Brown </a:t>
            </a:r>
            <a:r>
              <a:rPr kumimoji="0" lang="en-CH" altLang="en-CH" sz="1800" b="0" i="0" u="none" strike="noStrike" cap="none" normalizeH="0" baseline="0" dirty="0">
                <a:ln>
                  <a:noFill/>
                </a:ln>
                <a:solidFill>
                  <a:schemeClr val="tx1"/>
                </a:solidFill>
                <a:effectLst/>
                <a:latin typeface="Arial" panose="020B0604020202020204" pitchFamily="34" charset="0"/>
                <a:hlinkClick r:id="rId4"/>
              </a:rPr>
              <a:t>peter.brown@company-example.com</a:t>
            </a:r>
            <a:r>
              <a:rPr kumimoji="0" lang="en-CH" altLang="en-CH" sz="1800" b="0" i="0" u="none" strike="noStrike" cap="none" normalizeH="0" baseline="0" dirty="0">
                <a:ln>
                  <a:noFill/>
                </a:ln>
                <a:solidFill>
                  <a:schemeClr val="tx1"/>
                </a:solidFill>
                <a:effectLst/>
                <a:latin typeface="Arial" panose="020B0604020202020204" pitchFamily="34" charset="0"/>
              </a:rPr>
              <a:t>; Thomas White </a:t>
            </a:r>
            <a:r>
              <a:rPr kumimoji="0" lang="en-CH" altLang="en-CH" sz="1800" b="0" i="0" u="none" strike="noStrike" cap="none" normalizeH="0" baseline="0" dirty="0">
                <a:ln>
                  <a:noFill/>
                </a:ln>
                <a:solidFill>
                  <a:schemeClr val="tx1"/>
                </a:solidFill>
                <a:effectLst/>
                <a:latin typeface="Arial" panose="020B0604020202020204" pitchFamily="34" charset="0"/>
                <a:hlinkClick r:id="rId5"/>
              </a:rPr>
              <a:t>thomas.white@company-example.com</a:t>
            </a:r>
            <a:r>
              <a:rPr kumimoji="0" lang="en-CH" altLang="en-CH" sz="1800" b="0" i="0" u="none" strike="noStrike" cap="none" normalizeH="0" baseline="0" dirty="0">
                <a:ln>
                  <a:noFill/>
                </a:ln>
                <a:solidFill>
                  <a:schemeClr val="tx1"/>
                </a:solidFill>
                <a:effectLst/>
                <a:latin typeface="Arial" panose="020B0604020202020204" pitchFamily="34" charset="0"/>
              </a:rPr>
              <a:t>; Mark Green </a:t>
            </a:r>
            <a:r>
              <a:rPr kumimoji="0" lang="en-CH" altLang="en-CH" sz="1800" b="0" i="0" u="none" strike="noStrike" cap="none" normalizeH="0" baseline="0" dirty="0">
                <a:ln>
                  <a:noFill/>
                </a:ln>
                <a:solidFill>
                  <a:schemeClr val="tx1"/>
                </a:solidFill>
                <a:effectLst/>
                <a:latin typeface="Arial" panose="020B0604020202020204" pitchFamily="34" charset="0"/>
                <a:hlinkClick r:id="rId6"/>
              </a:rPr>
              <a:t>mark.green@company-example.com</a:t>
            </a:r>
            <a:r>
              <a:rPr kumimoji="0" lang="en-CH" altLang="en-CH" sz="1800" b="0" i="0" u="none" strike="noStrike" cap="none" normalizeH="0" baseline="0" dirty="0">
                <a:ln>
                  <a:noFill/>
                </a:ln>
                <a:solidFill>
                  <a:schemeClr val="tx1"/>
                </a:solidFill>
                <a:effectLst/>
                <a:latin typeface="Arial" panose="020B0604020202020204" pitchFamily="34" charset="0"/>
              </a:rPr>
              <a:t>; Steve Black </a:t>
            </a:r>
            <a:r>
              <a:rPr kumimoji="0" lang="en-CH" altLang="en-CH" sz="1800" b="0" i="0" u="none" strike="noStrike" cap="none" normalizeH="0" baseline="0" dirty="0">
                <a:ln>
                  <a:noFill/>
                </a:ln>
                <a:solidFill>
                  <a:schemeClr val="tx1"/>
                </a:solidFill>
                <a:effectLst/>
                <a:latin typeface="Arial" panose="020B0604020202020204" pitchFamily="34" charset="0"/>
                <a:hlinkClick r:id="rId7"/>
              </a:rPr>
              <a:t>steve.black@systems-example.com</a:t>
            </a:r>
            <a:br>
              <a:rPr kumimoji="0" lang="en-CH" altLang="en-CH" sz="1800" b="0" i="0" u="none" strike="noStrike" cap="none" normalizeH="0" baseline="0" dirty="0">
                <a:ln>
                  <a:noFill/>
                </a:ln>
                <a:solidFill>
                  <a:schemeClr val="tx1"/>
                </a:solidFill>
                <a:effectLst/>
                <a:latin typeface="Arial" panose="020B0604020202020204" pitchFamily="34" charset="0"/>
              </a:rPr>
            </a:br>
            <a:r>
              <a:rPr kumimoji="0" lang="en-CH" altLang="en-CH" sz="1800" b="0" i="0" u="none" strike="noStrike" cap="none" normalizeH="0" baseline="0" dirty="0">
                <a:ln>
                  <a:noFill/>
                </a:ln>
                <a:solidFill>
                  <a:schemeClr val="tx1"/>
                </a:solidFill>
                <a:effectLst/>
                <a:latin typeface="Arial" panose="020B0604020202020204" pitchFamily="34" charset="0"/>
              </a:rPr>
              <a:t>Cc: Sarah Reed </a:t>
            </a:r>
            <a:r>
              <a:rPr kumimoji="0" lang="en-CH" altLang="en-CH" sz="1800" b="0" i="0" u="none" strike="noStrike" cap="none" normalizeH="0" baseline="0" dirty="0">
                <a:ln>
                  <a:noFill/>
                </a:ln>
                <a:solidFill>
                  <a:schemeClr val="tx1"/>
                </a:solidFill>
                <a:effectLst/>
                <a:latin typeface="Arial" panose="020B0604020202020204" pitchFamily="34" charset="0"/>
                <a:hlinkClick r:id="rId8"/>
              </a:rPr>
              <a:t>sarah.reed@company-example.com</a:t>
            </a:r>
            <a:br>
              <a:rPr kumimoji="0" lang="en-CH" altLang="en-CH" sz="1800" b="0" i="0" u="none" strike="noStrike" cap="none" normalizeH="0" baseline="0" dirty="0">
                <a:ln>
                  <a:noFill/>
                </a:ln>
                <a:solidFill>
                  <a:schemeClr val="tx1"/>
                </a:solidFill>
                <a:effectLst/>
                <a:latin typeface="Arial" panose="020B0604020202020204" pitchFamily="34" charset="0"/>
              </a:rPr>
            </a:br>
            <a:r>
              <a:rPr kumimoji="0" lang="en-CH" altLang="en-CH" sz="1800" b="0" i="0" u="none" strike="noStrike" cap="none" normalizeH="0" baseline="0" dirty="0">
                <a:ln>
                  <a:noFill/>
                </a:ln>
                <a:solidFill>
                  <a:schemeClr val="tx1"/>
                </a:solidFill>
                <a:effectLst/>
                <a:latin typeface="Arial" panose="020B0604020202020204" pitchFamily="34" charset="0"/>
              </a:rPr>
              <a:t>Subject: Sales April - June</a:t>
            </a:r>
          </a:p>
          <a:p>
            <a:pPr marL="0" marR="0" lvl="0" indent="0" algn="l" defTabSz="914400" rtl="0" eaLnBrk="0" fontAlgn="base" latinLnBrk="0" hangingPunct="0">
              <a:lnSpc>
                <a:spcPct val="100000"/>
              </a:lnSpc>
              <a:spcBef>
                <a:spcPct val="0"/>
              </a:spcBef>
              <a:spcAft>
                <a:spcPct val="0"/>
              </a:spcAft>
              <a:buClrTx/>
              <a:buSzTx/>
              <a:buFontTx/>
              <a:buNone/>
              <a:tabLst/>
            </a:pPr>
            <a:r>
              <a:rPr kumimoji="0" lang="en-CH" altLang="en-CH" sz="1800" b="0" i="0" u="none" strike="noStrike" cap="none" normalizeH="0" baseline="0" dirty="0">
                <a:ln>
                  <a:noFill/>
                </a:ln>
                <a:solidFill>
                  <a:schemeClr val="tx1"/>
                </a:solidFill>
                <a:effectLst/>
                <a:latin typeface="Arial" panose="020B0604020202020204" pitchFamily="34" charset="0"/>
              </a:rPr>
              <a:t>Dear all,</a:t>
            </a:r>
          </a:p>
          <a:p>
            <a:pPr marL="0" marR="0" lvl="0" indent="0" algn="l" defTabSz="914400" rtl="0" eaLnBrk="0" fontAlgn="base" latinLnBrk="0" hangingPunct="0">
              <a:lnSpc>
                <a:spcPct val="100000"/>
              </a:lnSpc>
              <a:spcBef>
                <a:spcPct val="0"/>
              </a:spcBef>
              <a:spcAft>
                <a:spcPct val="0"/>
              </a:spcAft>
              <a:buClrTx/>
              <a:buSzTx/>
              <a:buFontTx/>
              <a:buNone/>
              <a:tabLst/>
            </a:pPr>
            <a:r>
              <a:rPr kumimoji="0" lang="en-CH" altLang="en-CH" sz="1800" b="0" i="0" u="none" strike="noStrike" cap="none" normalizeH="0" baseline="0" dirty="0">
                <a:ln>
                  <a:noFill/>
                </a:ln>
                <a:solidFill>
                  <a:schemeClr val="tx1"/>
                </a:solidFill>
                <a:effectLst/>
                <a:latin typeface="Arial" panose="020B0604020202020204" pitchFamily="34" charset="0"/>
              </a:rPr>
              <a:t>I would like to start from next week, with a 4h slot at the Office, where I want to have the whole "sales" team, Peter, Alex, Mark, and me, where we just do a sprint together. We will focus on which sales targets to attack, identify upselling potential, explore how tech/finance can support, and eliminate any roadblocks. Additionally, we will continuously improve processes and automation.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CH" altLang="en-CH" sz="1800" b="0" i="0" u="none" strike="noStrike" cap="none" normalizeH="0" baseline="0" dirty="0">
                <a:ln>
                  <a:noFill/>
                </a:ln>
                <a:solidFill>
                  <a:schemeClr val="tx1"/>
                </a:solidFill>
                <a:effectLst/>
                <a:latin typeface="Arial" panose="020B0604020202020204" pitchFamily="34" charset="0"/>
              </a:rPr>
              <a:t>At least half a day per week, over the next 3 months, I would like to have our (growing) group together, helping each other close deals and driving sales forward.</a:t>
            </a:r>
          </a:p>
          <a:p>
            <a:pPr marL="0" marR="0" lvl="0" indent="0" algn="l" defTabSz="914400" rtl="0" eaLnBrk="0" fontAlgn="base" latinLnBrk="0" hangingPunct="0">
              <a:lnSpc>
                <a:spcPct val="100000"/>
              </a:lnSpc>
              <a:spcBef>
                <a:spcPct val="0"/>
              </a:spcBef>
              <a:spcAft>
                <a:spcPct val="0"/>
              </a:spcAft>
              <a:buClrTx/>
              <a:buSzTx/>
              <a:buFontTx/>
              <a:buNone/>
              <a:tabLst/>
            </a:pPr>
            <a:r>
              <a:rPr kumimoji="0" lang="en-CH" altLang="en-CH" sz="1800" b="0" i="0" u="none" strike="noStrike" cap="none" normalizeH="0" baseline="0" dirty="0">
                <a:ln>
                  <a:noFill/>
                </a:ln>
                <a:solidFill>
                  <a:schemeClr val="tx1"/>
                </a:solidFill>
                <a:effectLst/>
                <a:latin typeface="Arial" panose="020B0604020202020204" pitchFamily="34" charset="0"/>
              </a:rPr>
              <a:t>During the 4 hours, we will divide and conquer by clearly defining responsibilities and focusing on specific tasks. This will not be a workshop.</a:t>
            </a:r>
          </a:p>
          <a:p>
            <a:pPr marL="0" marR="0" lvl="0" indent="0" algn="l" defTabSz="914400" rtl="0" eaLnBrk="0" fontAlgn="base" latinLnBrk="0" hangingPunct="0">
              <a:lnSpc>
                <a:spcPct val="100000"/>
              </a:lnSpc>
              <a:spcBef>
                <a:spcPct val="0"/>
              </a:spcBef>
              <a:spcAft>
                <a:spcPct val="0"/>
              </a:spcAft>
              <a:buClrTx/>
              <a:buSzTx/>
              <a:buFontTx/>
              <a:buNone/>
              <a:tabLst/>
            </a:pPr>
            <a:r>
              <a:rPr kumimoji="0" lang="en-CH" altLang="en-CH" sz="1800" b="0" i="0" u="none" strike="noStrike" cap="none" normalizeH="0" baseline="0" dirty="0">
                <a:ln>
                  <a:noFill/>
                </a:ln>
                <a:solidFill>
                  <a:schemeClr val="tx1"/>
                </a:solidFill>
                <a:effectLst/>
                <a:latin typeface="Arial" panose="020B0604020202020204" pitchFamily="34" charset="0"/>
              </a:rPr>
              <a:t>Sarah, please book the initial slots for April (except the Easter break).</a:t>
            </a:r>
          </a:p>
          <a:p>
            <a:pPr marL="0" marR="0" lvl="0" indent="0" algn="l" defTabSz="914400" rtl="0" eaLnBrk="0" fontAlgn="base" latinLnBrk="0" hangingPunct="0">
              <a:lnSpc>
                <a:spcPct val="100000"/>
              </a:lnSpc>
              <a:spcBef>
                <a:spcPct val="0"/>
              </a:spcBef>
              <a:spcAft>
                <a:spcPct val="0"/>
              </a:spcAft>
              <a:buClrTx/>
              <a:buSzTx/>
              <a:buFontTx/>
              <a:buNone/>
              <a:tabLst/>
            </a:pPr>
            <a:r>
              <a:rPr kumimoji="0" lang="en-CH" altLang="en-CH" sz="1800" b="0" i="0" u="none" strike="noStrike" cap="none" normalizeH="0" baseline="0" dirty="0">
                <a:ln>
                  <a:noFill/>
                </a:ln>
                <a:solidFill>
                  <a:schemeClr val="tx1"/>
                </a:solidFill>
                <a:effectLst/>
                <a:latin typeface="Arial" panose="020B0604020202020204" pitchFamily="34" charset="0"/>
              </a:rPr>
              <a:t>Thanks,</a:t>
            </a:r>
          </a:p>
          <a:p>
            <a:pPr marL="0" marR="0" lvl="0" indent="0" algn="l" defTabSz="914400" rtl="0" eaLnBrk="0" fontAlgn="base" latinLnBrk="0" hangingPunct="0">
              <a:lnSpc>
                <a:spcPct val="100000"/>
              </a:lnSpc>
              <a:spcBef>
                <a:spcPct val="0"/>
              </a:spcBef>
              <a:spcAft>
                <a:spcPct val="0"/>
              </a:spcAft>
              <a:buClrTx/>
              <a:buSzTx/>
              <a:buFontTx/>
              <a:buNone/>
              <a:tabLst/>
            </a:pPr>
            <a:r>
              <a:rPr kumimoji="0" lang="en-CH" altLang="en-CH" sz="1800" b="0" i="0" u="none" strike="noStrike" cap="none" normalizeH="0" baseline="0" dirty="0">
                <a:ln>
                  <a:noFill/>
                </a:ln>
                <a:solidFill>
                  <a:schemeClr val="tx1"/>
                </a:solidFill>
                <a:effectLst/>
                <a:latin typeface="Arial" panose="020B0604020202020204" pitchFamily="34" charset="0"/>
              </a:rPr>
              <a:t>John</a:t>
            </a:r>
          </a:p>
        </p:txBody>
      </p:sp>
      <p:sp>
        <p:nvSpPr>
          <p:cNvPr id="16" name="Rectangle 3">
            <a:extLst>
              <a:ext uri="{FF2B5EF4-FFF2-40B4-BE49-F238E27FC236}">
                <a16:creationId xmlns:a16="http://schemas.microsoft.com/office/drawing/2014/main" id="{73FA0ABB-EC2D-4A13-63AE-5E5035A26EE2}"/>
              </a:ext>
            </a:extLst>
          </p:cNvPr>
          <p:cNvSpPr>
            <a:spLocks noChangeArrowheads="1"/>
          </p:cNvSpPr>
          <p:nvPr/>
        </p:nvSpPr>
        <p:spPr bwMode="auto">
          <a:xfrm>
            <a:off x="838200" y="1399914"/>
            <a:ext cx="10744199" cy="5193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normAutofit fontScale="85000" lnSpcReduction="10000"/>
          </a:bodyPr>
          <a:lstStyle/>
          <a:p>
            <a:pPr marL="0" marR="0" lvl="0" indent="0" algn="l" defTabSz="914400" rtl="0" eaLnBrk="0" fontAlgn="base" latinLnBrk="0" hangingPunct="0">
              <a:lnSpc>
                <a:spcPct val="120000"/>
              </a:lnSpc>
              <a:spcBef>
                <a:spcPct val="0"/>
              </a:spcBef>
              <a:spcAft>
                <a:spcPct val="0"/>
              </a:spcAft>
              <a:buClrTx/>
              <a:buSzTx/>
              <a:buFontTx/>
              <a:buNone/>
              <a:tabLst/>
            </a:pPr>
            <a:r>
              <a:rPr kumimoji="0" lang="en-CH" altLang="en-CH" sz="1800" b="0" i="0" u="none" strike="noStrike" cap="none" normalizeH="0" baseline="0" dirty="0">
                <a:ln>
                  <a:noFill/>
                </a:ln>
                <a:solidFill>
                  <a:schemeClr val="tx1"/>
                </a:solidFill>
                <a:effectLst/>
                <a:latin typeface="Arial" panose="020B0604020202020204" pitchFamily="34" charset="0"/>
              </a:rPr>
              <a:t>From: John Doe </a:t>
            </a:r>
            <a:r>
              <a:rPr kumimoji="0" lang="en-CH" altLang="en-CH" sz="1800" b="0" i="0" u="none" strike="noStrike" cap="none" normalizeH="0" baseline="0" dirty="0">
                <a:ln>
                  <a:noFill/>
                </a:ln>
                <a:solidFill>
                  <a:schemeClr val="tx1"/>
                </a:solidFill>
                <a:effectLst/>
                <a:latin typeface="Arial" panose="020B0604020202020204" pitchFamily="34" charset="0"/>
                <a:hlinkClick r:id="rId2"/>
              </a:rPr>
              <a:t>john.doe@company-example.com</a:t>
            </a:r>
            <a:br>
              <a:rPr kumimoji="0" lang="en-CH" altLang="en-CH" sz="1800" b="0" i="0" u="none" strike="noStrike" cap="none" normalizeH="0" baseline="0" dirty="0">
                <a:ln>
                  <a:noFill/>
                </a:ln>
                <a:solidFill>
                  <a:schemeClr val="tx1"/>
                </a:solidFill>
                <a:effectLst/>
                <a:latin typeface="Arial" panose="020B0604020202020204" pitchFamily="34" charset="0"/>
              </a:rPr>
            </a:br>
            <a:r>
              <a:rPr kumimoji="0" lang="en-CH" altLang="en-CH" sz="1800" b="0" i="0" u="none" strike="noStrike" cap="none" normalizeH="0" baseline="0" dirty="0">
                <a:ln>
                  <a:noFill/>
                </a:ln>
                <a:solidFill>
                  <a:schemeClr val="tx1"/>
                </a:solidFill>
                <a:effectLst/>
                <a:latin typeface="Arial" panose="020B0604020202020204" pitchFamily="34" charset="0"/>
              </a:rPr>
              <a:t>Sent: Friday, 28 March 2025 09:42</a:t>
            </a:r>
            <a:br>
              <a:rPr kumimoji="0" lang="en-CH" altLang="en-CH" sz="1800" b="0" i="0" u="none" strike="noStrike" cap="none" normalizeH="0" baseline="0" dirty="0">
                <a:ln>
                  <a:noFill/>
                </a:ln>
                <a:solidFill>
                  <a:schemeClr val="tx1"/>
                </a:solidFill>
                <a:effectLst/>
                <a:latin typeface="Arial" panose="020B0604020202020204" pitchFamily="34" charset="0"/>
              </a:rPr>
            </a:br>
            <a:r>
              <a:rPr kumimoji="0" lang="en-CH" altLang="en-CH" sz="1800" b="0" i="0" u="none" strike="noStrike" cap="none" normalizeH="0" baseline="0" dirty="0">
                <a:ln>
                  <a:noFill/>
                </a:ln>
                <a:solidFill>
                  <a:schemeClr val="tx1"/>
                </a:solidFill>
                <a:effectLst/>
                <a:latin typeface="Arial" panose="020B0604020202020204" pitchFamily="34" charset="0"/>
              </a:rPr>
              <a:t>To: Alex Smith </a:t>
            </a:r>
            <a:r>
              <a:rPr kumimoji="0" lang="en-CH" altLang="en-CH" sz="1800" b="0" i="0" u="none" strike="noStrike" cap="none" normalizeH="0" baseline="0" dirty="0">
                <a:ln>
                  <a:noFill/>
                </a:ln>
                <a:solidFill>
                  <a:schemeClr val="tx1"/>
                </a:solidFill>
                <a:effectLst/>
                <a:latin typeface="Arial" panose="020B0604020202020204" pitchFamily="34" charset="0"/>
                <a:hlinkClick r:id="rId3"/>
              </a:rPr>
              <a:t>alex.smith@company-example.com</a:t>
            </a:r>
            <a:r>
              <a:rPr kumimoji="0" lang="en-CH" altLang="en-CH" sz="1800" b="0" i="0" u="none" strike="noStrike" cap="none" normalizeH="0" baseline="0" dirty="0">
                <a:ln>
                  <a:noFill/>
                </a:ln>
                <a:solidFill>
                  <a:schemeClr val="tx1"/>
                </a:solidFill>
                <a:effectLst/>
                <a:latin typeface="Arial" panose="020B0604020202020204" pitchFamily="34" charset="0"/>
              </a:rPr>
              <a:t>; Peter Brown </a:t>
            </a:r>
            <a:r>
              <a:rPr kumimoji="0" lang="en-CH" altLang="en-CH" sz="1800" b="0" i="0" u="none" strike="noStrike" cap="none" normalizeH="0" baseline="0" dirty="0">
                <a:ln>
                  <a:noFill/>
                </a:ln>
                <a:solidFill>
                  <a:schemeClr val="tx1"/>
                </a:solidFill>
                <a:effectLst/>
                <a:latin typeface="Arial" panose="020B0604020202020204" pitchFamily="34" charset="0"/>
                <a:hlinkClick r:id="rId4"/>
              </a:rPr>
              <a:t>peter.brown@company-example.com</a:t>
            </a:r>
            <a:r>
              <a:rPr kumimoji="0" lang="en-CH" altLang="en-CH" sz="1800" b="0" i="0" u="none" strike="noStrike" cap="none" normalizeH="0" baseline="0" dirty="0">
                <a:ln>
                  <a:noFill/>
                </a:ln>
                <a:solidFill>
                  <a:schemeClr val="tx1"/>
                </a:solidFill>
                <a:effectLst/>
                <a:latin typeface="Arial" panose="020B0604020202020204" pitchFamily="34" charset="0"/>
              </a:rPr>
              <a:t>; Thomas White </a:t>
            </a:r>
            <a:r>
              <a:rPr kumimoji="0" lang="en-CH" altLang="en-CH" sz="1800" b="0" i="0" u="none" strike="noStrike" cap="none" normalizeH="0" baseline="0" dirty="0">
                <a:ln>
                  <a:noFill/>
                </a:ln>
                <a:solidFill>
                  <a:schemeClr val="tx1"/>
                </a:solidFill>
                <a:effectLst/>
                <a:latin typeface="Arial" panose="020B0604020202020204" pitchFamily="34" charset="0"/>
                <a:hlinkClick r:id="rId5"/>
              </a:rPr>
              <a:t>thomas.white@company-example.com</a:t>
            </a:r>
            <a:r>
              <a:rPr kumimoji="0" lang="en-CH" altLang="en-CH" sz="1800" b="0" i="0" u="none" strike="noStrike" cap="none" normalizeH="0" baseline="0" dirty="0">
                <a:ln>
                  <a:noFill/>
                </a:ln>
                <a:solidFill>
                  <a:schemeClr val="tx1"/>
                </a:solidFill>
                <a:effectLst/>
                <a:latin typeface="Arial" panose="020B0604020202020204" pitchFamily="34" charset="0"/>
              </a:rPr>
              <a:t>; Mark Green </a:t>
            </a:r>
            <a:r>
              <a:rPr kumimoji="0" lang="en-CH" altLang="en-CH" sz="1800" b="0" i="0" u="none" strike="noStrike" cap="none" normalizeH="0" baseline="0" dirty="0">
                <a:ln>
                  <a:noFill/>
                </a:ln>
                <a:solidFill>
                  <a:schemeClr val="tx1"/>
                </a:solidFill>
                <a:effectLst/>
                <a:latin typeface="Arial" panose="020B0604020202020204" pitchFamily="34" charset="0"/>
                <a:hlinkClick r:id="rId6"/>
              </a:rPr>
              <a:t>mark.green@company-example.com</a:t>
            </a:r>
            <a:r>
              <a:rPr kumimoji="0" lang="en-CH" altLang="en-CH" sz="1800" b="0" i="0" u="none" strike="noStrike" cap="none" normalizeH="0" baseline="0" dirty="0">
                <a:ln>
                  <a:noFill/>
                </a:ln>
                <a:solidFill>
                  <a:schemeClr val="tx1"/>
                </a:solidFill>
                <a:effectLst/>
                <a:latin typeface="Arial" panose="020B0604020202020204" pitchFamily="34" charset="0"/>
              </a:rPr>
              <a:t>; Steve Black </a:t>
            </a:r>
            <a:r>
              <a:rPr kumimoji="0" lang="en-CH" altLang="en-CH" sz="1800" b="0" i="0" u="none" strike="noStrike" cap="none" normalizeH="0" baseline="0" dirty="0">
                <a:ln>
                  <a:noFill/>
                </a:ln>
                <a:solidFill>
                  <a:schemeClr val="tx1"/>
                </a:solidFill>
                <a:effectLst/>
                <a:latin typeface="Arial" panose="020B0604020202020204" pitchFamily="34" charset="0"/>
                <a:hlinkClick r:id="rId7"/>
              </a:rPr>
              <a:t>steve.black@systems-example.com</a:t>
            </a:r>
            <a:br>
              <a:rPr kumimoji="0" lang="en-CH" altLang="en-CH" sz="1800" b="0" i="0" u="none" strike="noStrike" cap="none" normalizeH="0" baseline="0" dirty="0">
                <a:ln>
                  <a:noFill/>
                </a:ln>
                <a:solidFill>
                  <a:schemeClr val="tx1"/>
                </a:solidFill>
                <a:effectLst/>
                <a:latin typeface="Arial" panose="020B0604020202020204" pitchFamily="34" charset="0"/>
              </a:rPr>
            </a:br>
            <a:r>
              <a:rPr kumimoji="0" lang="en-CH" altLang="en-CH" sz="1800" b="0" i="0" u="none" strike="noStrike" cap="none" normalizeH="0" baseline="0" dirty="0">
                <a:ln>
                  <a:noFill/>
                </a:ln>
                <a:solidFill>
                  <a:schemeClr val="tx1"/>
                </a:solidFill>
                <a:effectLst/>
                <a:latin typeface="Arial" panose="020B0604020202020204" pitchFamily="34" charset="0"/>
              </a:rPr>
              <a:t>Cc: Sarah Reed </a:t>
            </a:r>
            <a:r>
              <a:rPr kumimoji="0" lang="en-CH" altLang="en-CH" sz="1800" b="0" i="0" u="none" strike="noStrike" cap="none" normalizeH="0" baseline="0" dirty="0">
                <a:ln>
                  <a:noFill/>
                </a:ln>
                <a:solidFill>
                  <a:schemeClr val="tx1"/>
                </a:solidFill>
                <a:effectLst/>
                <a:latin typeface="Arial" panose="020B0604020202020204" pitchFamily="34" charset="0"/>
                <a:hlinkClick r:id="rId8"/>
              </a:rPr>
              <a:t>sarah.reed@company-example.com</a:t>
            </a:r>
            <a:br>
              <a:rPr kumimoji="0" lang="en-CH" altLang="en-CH" sz="1800" b="0" i="0" u="none" strike="noStrike" cap="none" normalizeH="0" baseline="0" dirty="0">
                <a:ln>
                  <a:noFill/>
                </a:ln>
                <a:solidFill>
                  <a:schemeClr val="tx1"/>
                </a:solidFill>
                <a:effectLst/>
                <a:latin typeface="Arial" panose="020B0604020202020204" pitchFamily="34" charset="0"/>
              </a:rPr>
            </a:br>
            <a:r>
              <a:rPr kumimoji="0" lang="en-CH" altLang="en-CH" sz="1800" b="0" i="0" u="none" strike="noStrike" cap="none" normalizeH="0" baseline="0" dirty="0">
                <a:ln>
                  <a:noFill/>
                </a:ln>
                <a:solidFill>
                  <a:schemeClr val="tx1"/>
                </a:solidFill>
                <a:effectLst/>
                <a:latin typeface="Arial" panose="020B0604020202020204" pitchFamily="34" charset="0"/>
              </a:rPr>
              <a:t>Subject: Sales April - June</a:t>
            </a:r>
          </a:p>
          <a:p>
            <a:pPr lvl="0" eaLnBrk="0" fontAlgn="base" hangingPunct="0">
              <a:lnSpc>
                <a:spcPct val="120000"/>
              </a:lnSpc>
              <a:spcBef>
                <a:spcPct val="0"/>
              </a:spcBef>
              <a:spcAft>
                <a:spcPct val="0"/>
              </a:spcAft>
            </a:pPr>
            <a:r>
              <a:rPr lang="de-DE" altLang="en-CH" dirty="0">
                <a:latin typeface="Arial" panose="020B0604020202020204" pitchFamily="34" charset="0"/>
              </a:rPr>
              <a:t>Hallo zusammen,
Ich möchte ab nächster Woche mit einem 4-Stunden-Slot im Büro beginnen, wo ich das gesamte "Sales"-Team, Peter, Alex, Mark und mich haben möchte, wo wir einfach einen Sprint zusammen machen. Wir werden uns darauf konzentrieren, welche Vertriebsziele angegriffen werden sollen, Upselling-Potenzial identifizieren, untersuchen, wie Technologie/Finanzen unterstützen kann, und alle Hindernisse beseitigen. Darüber hinaus werden wir die Prozesse und die Automatisierung kontinuierlich verbessern.
Mindestens einen halben Tag pro Woche, in den nächsten 3 Monaten, möchte ich unsere (wachsende) Gruppe zusammen haben, die sich gegenseitig hilft, Geschäfte abzuschließen und den Verkauf voranzutreiben.
Während der 4 Stunden werden wir teilen und erobern, indem wir Verantwortlichkeiten klar definieren und uns auf bestimmte Aufgaben konzentrieren. Dies wird kein Workshop sein.
Sarah, bitte buchen Sie die ersten Slots für April (außer in den Osterferien).
Danke
John</a:t>
            </a:r>
            <a:endParaRPr kumimoji="0" lang="en-CH" altLang="en-CH"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773057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92AA1-3934-62A2-2B19-E0DC03F3CD1C}"/>
              </a:ext>
            </a:extLst>
          </p:cNvPr>
          <p:cNvSpPr>
            <a:spLocks noGrp="1"/>
          </p:cNvSpPr>
          <p:nvPr>
            <p:ph type="title"/>
          </p:nvPr>
        </p:nvSpPr>
        <p:spPr/>
        <p:txBody>
          <a:bodyPr/>
          <a:lstStyle/>
          <a:p>
            <a:r>
              <a:rPr lang="en-US" dirty="0"/>
              <a:t>Boss 🚒🧑‍🚒 - Exercise</a:t>
            </a:r>
            <a:endParaRPr lang="en-CH" dirty="0"/>
          </a:p>
        </p:txBody>
      </p:sp>
      <p:sp>
        <p:nvSpPr>
          <p:cNvPr id="3" name="Content Placeholder 2">
            <a:extLst>
              <a:ext uri="{FF2B5EF4-FFF2-40B4-BE49-F238E27FC236}">
                <a16:creationId xmlns:a16="http://schemas.microsoft.com/office/drawing/2014/main" id="{1417B223-7004-174C-4A52-7E712123F2D0}"/>
              </a:ext>
            </a:extLst>
          </p:cNvPr>
          <p:cNvSpPr>
            <a:spLocks noGrp="1"/>
          </p:cNvSpPr>
          <p:nvPr>
            <p:ph idx="1"/>
          </p:nvPr>
        </p:nvSpPr>
        <p:spPr/>
        <p:txBody>
          <a:bodyPr/>
          <a:lstStyle/>
          <a:p>
            <a:endParaRPr lang="en-CH"/>
          </a:p>
        </p:txBody>
      </p:sp>
      <p:sp>
        <p:nvSpPr>
          <p:cNvPr id="4" name="Date Placeholder 3">
            <a:extLst>
              <a:ext uri="{FF2B5EF4-FFF2-40B4-BE49-F238E27FC236}">
                <a16:creationId xmlns:a16="http://schemas.microsoft.com/office/drawing/2014/main" id="{967250E7-36C1-24AD-4353-7393CF225726}"/>
              </a:ext>
            </a:extLst>
          </p:cNvPr>
          <p:cNvSpPr>
            <a:spLocks noGrp="1"/>
          </p:cNvSpPr>
          <p:nvPr>
            <p:ph type="dt" sz="half" idx="10"/>
          </p:nvPr>
        </p:nvSpPr>
        <p:spPr/>
        <p:txBody>
          <a:bodyPr/>
          <a:lstStyle/>
          <a:p>
            <a:fld id="{909B05D8-F536-4D06-B0DA-7EE54F04900E}" type="datetime1">
              <a:rPr lang="de-CH" smtClean="0"/>
              <a:t>03.12.2025</a:t>
            </a:fld>
            <a:endParaRPr lang="de-CH" dirty="0"/>
          </a:p>
        </p:txBody>
      </p:sp>
      <p:sp>
        <p:nvSpPr>
          <p:cNvPr id="5" name="Footer Placeholder 4">
            <a:extLst>
              <a:ext uri="{FF2B5EF4-FFF2-40B4-BE49-F238E27FC236}">
                <a16:creationId xmlns:a16="http://schemas.microsoft.com/office/drawing/2014/main" id="{2538AC5A-9F20-88D5-AD0F-334D7F473C48}"/>
              </a:ext>
            </a:extLst>
          </p:cNvPr>
          <p:cNvSpPr>
            <a:spLocks noGrp="1"/>
          </p:cNvSpPr>
          <p:nvPr>
            <p:ph type="ftr" sz="quarter" idx="11"/>
          </p:nvPr>
        </p:nvSpPr>
        <p:spPr/>
        <p:txBody>
          <a:bodyPr/>
          <a:lstStyle/>
          <a:p>
            <a:r>
              <a:rPr lang="en-US" dirty="0"/>
              <a:t>Do or do not! – There is no try! – Yoda  / Thomas Winter ⛄☁️</a:t>
            </a:r>
            <a:endParaRPr lang="de-CH" dirty="0"/>
          </a:p>
        </p:txBody>
      </p:sp>
    </p:spTree>
    <p:extLst>
      <p:ext uri="{BB962C8B-B14F-4D97-AF65-F5344CB8AC3E}">
        <p14:creationId xmlns:p14="http://schemas.microsoft.com/office/powerpoint/2010/main" val="21639747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CDBE1-E124-66E7-DF78-93BFE6D52CD9}"/>
              </a:ext>
            </a:extLst>
          </p:cNvPr>
          <p:cNvSpPr>
            <a:spLocks noGrp="1"/>
          </p:cNvSpPr>
          <p:nvPr>
            <p:ph type="title"/>
          </p:nvPr>
        </p:nvSpPr>
        <p:spPr/>
        <p:txBody>
          <a:bodyPr/>
          <a:lstStyle/>
          <a:p>
            <a:r>
              <a:rPr lang="en-US" dirty="0"/>
              <a:t>In closing</a:t>
            </a:r>
            <a:endParaRPr lang="en-CH" dirty="0"/>
          </a:p>
        </p:txBody>
      </p:sp>
      <p:sp>
        <p:nvSpPr>
          <p:cNvPr id="3" name="Content Placeholder 2">
            <a:extLst>
              <a:ext uri="{FF2B5EF4-FFF2-40B4-BE49-F238E27FC236}">
                <a16:creationId xmlns:a16="http://schemas.microsoft.com/office/drawing/2014/main" id="{661E9905-CBE3-EF8F-3CAD-4A4165CF2E16}"/>
              </a:ext>
            </a:extLst>
          </p:cNvPr>
          <p:cNvSpPr>
            <a:spLocks noGrp="1"/>
          </p:cNvSpPr>
          <p:nvPr>
            <p:ph idx="1"/>
          </p:nvPr>
        </p:nvSpPr>
        <p:spPr/>
        <p:txBody>
          <a:bodyPr/>
          <a:lstStyle/>
          <a:p>
            <a:pPr>
              <a:buNone/>
            </a:pPr>
            <a:r>
              <a:rPr lang="en-US" b="1" dirty="0"/>
              <a:t>3 Overlooked Career Superpowers:</a:t>
            </a:r>
          </a:p>
          <a:p>
            <a:pPr>
              <a:buNone/>
            </a:pPr>
            <a:br>
              <a:rPr lang="en-US" dirty="0"/>
            </a:br>
            <a:r>
              <a:rPr lang="en-US" dirty="0"/>
              <a:t>• Getting stuff done</a:t>
            </a:r>
            <a:br>
              <a:rPr lang="en-US" dirty="0"/>
            </a:br>
            <a:r>
              <a:rPr lang="en-US" dirty="0"/>
              <a:t>• Being easy to work with</a:t>
            </a:r>
            <a:br>
              <a:rPr lang="en-US" dirty="0"/>
            </a:br>
            <a:r>
              <a:rPr lang="en-US" dirty="0"/>
              <a:t>• Having enthusiasm and energy</a:t>
            </a:r>
          </a:p>
          <a:p>
            <a:pPr>
              <a:buNone/>
            </a:pPr>
            <a:endParaRPr lang="en-US" dirty="0"/>
          </a:p>
          <a:p>
            <a:pPr marL="0" indent="0" algn="ctr">
              <a:buNone/>
            </a:pPr>
            <a:r>
              <a:rPr lang="en-US" i="1" dirty="0"/>
              <a:t>Success isn’t about being the smartest — it’s about showing up and making things happen.</a:t>
            </a:r>
            <a:endParaRPr lang="en-US" dirty="0"/>
          </a:p>
        </p:txBody>
      </p:sp>
      <p:sp>
        <p:nvSpPr>
          <p:cNvPr id="4" name="Date Placeholder 3">
            <a:extLst>
              <a:ext uri="{FF2B5EF4-FFF2-40B4-BE49-F238E27FC236}">
                <a16:creationId xmlns:a16="http://schemas.microsoft.com/office/drawing/2014/main" id="{7B9BDB80-7A5B-7590-F335-FF7591C52051}"/>
              </a:ext>
            </a:extLst>
          </p:cNvPr>
          <p:cNvSpPr>
            <a:spLocks noGrp="1"/>
          </p:cNvSpPr>
          <p:nvPr>
            <p:ph type="dt" sz="half" idx="10"/>
          </p:nvPr>
        </p:nvSpPr>
        <p:spPr/>
        <p:txBody>
          <a:bodyPr/>
          <a:lstStyle/>
          <a:p>
            <a:fld id="{909B05D8-F536-4D06-B0DA-7EE54F04900E}" type="datetime1">
              <a:rPr lang="de-CH" smtClean="0"/>
              <a:t>03.12.2025</a:t>
            </a:fld>
            <a:endParaRPr lang="de-CH" dirty="0"/>
          </a:p>
        </p:txBody>
      </p:sp>
      <p:sp>
        <p:nvSpPr>
          <p:cNvPr id="5" name="Footer Placeholder 4">
            <a:extLst>
              <a:ext uri="{FF2B5EF4-FFF2-40B4-BE49-F238E27FC236}">
                <a16:creationId xmlns:a16="http://schemas.microsoft.com/office/drawing/2014/main" id="{2F621D56-3127-7BD3-DD2F-B683731E4F14}"/>
              </a:ext>
            </a:extLst>
          </p:cNvPr>
          <p:cNvSpPr>
            <a:spLocks noGrp="1"/>
          </p:cNvSpPr>
          <p:nvPr>
            <p:ph type="ftr" sz="quarter" idx="11"/>
          </p:nvPr>
        </p:nvSpPr>
        <p:spPr/>
        <p:txBody>
          <a:bodyPr/>
          <a:lstStyle/>
          <a:p>
            <a:r>
              <a:rPr lang="en-US" dirty="0"/>
              <a:t>Do or do not! – There is no try! – Yoda  / Thomas Winter ⛄☁️</a:t>
            </a:r>
            <a:endParaRPr lang="de-CH" dirty="0"/>
          </a:p>
        </p:txBody>
      </p:sp>
    </p:spTree>
    <p:extLst>
      <p:ext uri="{BB962C8B-B14F-4D97-AF65-F5344CB8AC3E}">
        <p14:creationId xmlns:p14="http://schemas.microsoft.com/office/powerpoint/2010/main" val="28789906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54110E0-A504-1F5B-5151-B24A8D133A1B}"/>
              </a:ext>
            </a:extLst>
          </p:cNvPr>
          <p:cNvSpPr>
            <a:spLocks noGrp="1"/>
          </p:cNvSpPr>
          <p:nvPr>
            <p:ph type="ctrTitle"/>
          </p:nvPr>
        </p:nvSpPr>
        <p:spPr/>
        <p:txBody>
          <a:bodyPr/>
          <a:lstStyle/>
          <a:p>
            <a:r>
              <a:rPr lang="en-US" dirty="0" err="1"/>
              <a:t>Vielen</a:t>
            </a:r>
            <a:r>
              <a:rPr lang="en-US" dirty="0"/>
              <a:t> Dank</a:t>
            </a:r>
            <a:endParaRPr lang="en-CH" dirty="0"/>
          </a:p>
        </p:txBody>
      </p:sp>
      <p:sp>
        <p:nvSpPr>
          <p:cNvPr id="7" name="Subtitle 6">
            <a:extLst>
              <a:ext uri="{FF2B5EF4-FFF2-40B4-BE49-F238E27FC236}">
                <a16:creationId xmlns:a16="http://schemas.microsoft.com/office/drawing/2014/main" id="{0AE9988B-D9C2-7C91-7EEF-3D25F9CE9F85}"/>
              </a:ext>
            </a:extLst>
          </p:cNvPr>
          <p:cNvSpPr>
            <a:spLocks noGrp="1"/>
          </p:cNvSpPr>
          <p:nvPr>
            <p:ph type="subTitle" idx="1"/>
          </p:nvPr>
        </p:nvSpPr>
        <p:spPr/>
        <p:txBody>
          <a:bodyPr/>
          <a:lstStyle/>
          <a:p>
            <a:r>
              <a:rPr lang="en-US" dirty="0"/>
              <a:t>Please connect on LinkedIn</a:t>
            </a:r>
            <a:endParaRPr lang="en-CH" dirty="0"/>
          </a:p>
        </p:txBody>
      </p:sp>
      <p:sp>
        <p:nvSpPr>
          <p:cNvPr id="4" name="Date Placeholder 3">
            <a:extLst>
              <a:ext uri="{FF2B5EF4-FFF2-40B4-BE49-F238E27FC236}">
                <a16:creationId xmlns:a16="http://schemas.microsoft.com/office/drawing/2014/main" id="{FDDA48E1-FA1E-122F-D60B-D8913155E2EF}"/>
              </a:ext>
            </a:extLst>
          </p:cNvPr>
          <p:cNvSpPr>
            <a:spLocks noGrp="1"/>
          </p:cNvSpPr>
          <p:nvPr>
            <p:ph type="dt" sz="half" idx="4294967295"/>
          </p:nvPr>
        </p:nvSpPr>
        <p:spPr>
          <a:xfrm>
            <a:off x="11249025" y="6302375"/>
            <a:ext cx="942975" cy="365125"/>
          </a:xfrm>
        </p:spPr>
        <p:txBody>
          <a:bodyPr/>
          <a:lstStyle/>
          <a:p>
            <a:fld id="{909B05D8-F536-4D06-B0DA-7EE54F04900E}" type="datetime1">
              <a:rPr lang="de-CH" smtClean="0"/>
              <a:t>03.12.2025</a:t>
            </a:fld>
            <a:endParaRPr lang="de-CH" dirty="0"/>
          </a:p>
        </p:txBody>
      </p:sp>
    </p:spTree>
    <p:extLst>
      <p:ext uri="{BB962C8B-B14F-4D97-AF65-F5344CB8AC3E}">
        <p14:creationId xmlns:p14="http://schemas.microsoft.com/office/powerpoint/2010/main" val="2085761856"/>
      </p:ext>
    </p:extLst>
  </p:cSld>
  <p:clrMapOvr>
    <a:masterClrMapping/>
  </p:clrMapOvr>
</p:sld>
</file>

<file path=ppt/theme/theme1.xml><?xml version="1.0" encoding="utf-8"?>
<a:theme xmlns:a="http://schemas.openxmlformats.org/drawingml/2006/main" name="HWZ Folien 2021">
  <a:themeElements>
    <a:clrScheme name="HWZ Blau">
      <a:dk1>
        <a:sysClr val="windowText" lastClr="000000"/>
      </a:dk1>
      <a:lt1>
        <a:sysClr val="window" lastClr="FFFFFF"/>
      </a:lt1>
      <a:dk2>
        <a:srgbClr val="44546A"/>
      </a:dk2>
      <a:lt2>
        <a:srgbClr val="E7E6E6"/>
      </a:lt2>
      <a:accent1>
        <a:srgbClr val="0044A1"/>
      </a:accent1>
      <a:accent2>
        <a:srgbClr val="3364B8"/>
      </a:accent2>
      <a:accent3>
        <a:srgbClr val="668BCA"/>
      </a:accent3>
      <a:accent4>
        <a:srgbClr val="B2C4E4"/>
      </a:accent4>
      <a:accent5>
        <a:srgbClr val="E5EBF6"/>
      </a:accent5>
      <a:accent6>
        <a:srgbClr val="FFFFFF"/>
      </a:accent6>
      <a:hlink>
        <a:srgbClr val="0563C1"/>
      </a:hlink>
      <a:folHlink>
        <a:srgbClr val="FFFFFF"/>
      </a:folHlink>
    </a:clrScheme>
    <a:fontScheme name="HWZ exter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WZ Präsentation intern 16-9" id="{8A45D6E5-FCF0-40E5-9C93-DBE68163A7A5}" vid="{EF3EDB41-0898-4ACE-BE4F-6CE69AFE2227}"/>
    </a:ext>
  </a:ext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HWZ Präsentation extern 16-9</Template>
  <TotalTime>0</TotalTime>
  <Words>1199</Words>
  <Application>Microsoft Office PowerPoint</Application>
  <PresentationFormat>Widescreen</PresentationFormat>
  <Paragraphs>130</Paragraphs>
  <Slides>17</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17</vt:i4>
      </vt:variant>
    </vt:vector>
  </HeadingPairs>
  <TitlesOfParts>
    <vt:vector size="24" baseType="lpstr">
      <vt:lpstr>Aptos</vt:lpstr>
      <vt:lpstr>Aptos Display</vt:lpstr>
      <vt:lpstr>Arial</vt:lpstr>
      <vt:lpstr>Calibri</vt:lpstr>
      <vt:lpstr>Wingdings</vt:lpstr>
      <vt:lpstr>HWZ Folien 2021</vt:lpstr>
      <vt:lpstr>Office Theme</vt:lpstr>
      <vt:lpstr>AI Productivity Hacks for Leaders</vt:lpstr>
      <vt:lpstr>PowerPoint Presentation</vt:lpstr>
      <vt:lpstr>Agenda</vt:lpstr>
      <vt:lpstr>About me</vt:lpstr>
      <vt:lpstr>Me and Microsoft</vt:lpstr>
      <vt:lpstr>Hybrid meetings – It’s 2025 and still WTAF!</vt:lpstr>
      <vt:lpstr>AI and Data - Sovereignty</vt:lpstr>
      <vt:lpstr>AI Maturity Model</vt:lpstr>
      <vt:lpstr>AI toolbox</vt:lpstr>
      <vt:lpstr>Exercise:  Golden Circle </vt:lpstr>
      <vt:lpstr>Exercise: HeyGen 📽️</vt:lpstr>
      <vt:lpstr>Exercise: Managing emotions with AI</vt:lpstr>
      <vt:lpstr>Prompt: Managing emotions with AI</vt:lpstr>
      <vt:lpstr>Boss 🚒🧑‍🚒</vt:lpstr>
      <vt:lpstr>Boss 🚒🧑‍🚒 - Exercise</vt:lpstr>
      <vt:lpstr>In closing</vt:lpstr>
      <vt:lpstr>Vielen Dank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Jaworski Magdalena</dc:creator>
  <cp:lastModifiedBy>Thomas Winter</cp:lastModifiedBy>
  <cp:revision>1</cp:revision>
  <dcterms:created xsi:type="dcterms:W3CDTF">2021-07-20T13:10:58Z</dcterms:created>
  <dcterms:modified xsi:type="dcterms:W3CDTF">2025-12-03T12:05:52Z</dcterms:modified>
  <cp:contentStatus/>
</cp:coreProperties>
</file>